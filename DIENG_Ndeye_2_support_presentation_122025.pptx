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40"/>
  </p:notesMasterIdLst>
  <p:handoutMasterIdLst>
    <p:handoutMasterId r:id="rId41"/>
  </p:handoutMasterIdLst>
  <p:sldIdLst>
    <p:sldId id="256" r:id="rId2"/>
    <p:sldId id="257" r:id="rId3"/>
    <p:sldId id="267" r:id="rId4"/>
    <p:sldId id="307" r:id="rId5"/>
    <p:sldId id="308" r:id="rId6"/>
    <p:sldId id="305" r:id="rId7"/>
    <p:sldId id="304" r:id="rId8"/>
    <p:sldId id="302" r:id="rId9"/>
    <p:sldId id="300" r:id="rId10"/>
    <p:sldId id="260" r:id="rId11"/>
    <p:sldId id="268" r:id="rId12"/>
    <p:sldId id="261" r:id="rId13"/>
    <p:sldId id="306" r:id="rId14"/>
    <p:sldId id="262" r:id="rId15"/>
    <p:sldId id="263" r:id="rId16"/>
    <p:sldId id="269" r:id="rId17"/>
    <p:sldId id="270" r:id="rId18"/>
    <p:sldId id="271" r:id="rId19"/>
    <p:sldId id="272" r:id="rId20"/>
    <p:sldId id="273" r:id="rId21"/>
    <p:sldId id="274" r:id="rId22"/>
    <p:sldId id="276" r:id="rId23"/>
    <p:sldId id="275" r:id="rId24"/>
    <p:sldId id="264" r:id="rId25"/>
    <p:sldId id="296" r:id="rId26"/>
    <p:sldId id="277" r:id="rId27"/>
    <p:sldId id="294" r:id="rId28"/>
    <p:sldId id="293" r:id="rId29"/>
    <p:sldId id="292" r:id="rId30"/>
    <p:sldId id="290" r:id="rId31"/>
    <p:sldId id="282" r:id="rId32"/>
    <p:sldId id="283" r:id="rId33"/>
    <p:sldId id="284" r:id="rId34"/>
    <p:sldId id="289" r:id="rId35"/>
    <p:sldId id="286" r:id="rId36"/>
    <p:sldId id="287" r:id="rId37"/>
    <p:sldId id="301" r:id="rId38"/>
    <p:sldId id="266" r:id="rId39"/>
  </p:sldIdLst>
  <p:sldSz cx="9144000" cy="5143500" type="screen16x9"/>
  <p:notesSz cx="6858000" cy="9144000"/>
  <p:embeddedFontLst>
    <p:embeddedFont>
      <p:font typeface="Arial Black" panose="020B0A04020102020204" pitchFamily="34" charset="0"/>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tion par défaut" id="{96C052F3-96F5-481B-92EB-B9D5ABBB59A4}">
          <p14:sldIdLst>
            <p14:sldId id="256"/>
            <p14:sldId id="257"/>
            <p14:sldId id="267"/>
          </p14:sldIdLst>
        </p14:section>
        <p14:section name="Consolidation des données" id="{279EC6CA-B39E-4333-A1DB-4F8F950F1906}">
          <p14:sldIdLst>
            <p14:sldId id="307"/>
            <p14:sldId id="308"/>
            <p14:sldId id="305"/>
            <p14:sldId id="304"/>
            <p14:sldId id="302"/>
            <p14:sldId id="300"/>
            <p14:sldId id="260"/>
            <p14:sldId id="268"/>
            <p14:sldId id="261"/>
          </p14:sldIdLst>
        </p14:section>
        <p14:section name="Base de données" id="{F8ED3F43-F006-42B6-9706-95D2701FB374}">
          <p14:sldIdLst>
            <p14:sldId id="306"/>
            <p14:sldId id="262"/>
            <p14:sldId id="263"/>
            <p14:sldId id="269"/>
            <p14:sldId id="270"/>
            <p14:sldId id="271"/>
            <p14:sldId id="272"/>
            <p14:sldId id="273"/>
            <p14:sldId id="274"/>
            <p14:sldId id="276"/>
            <p14:sldId id="275"/>
          </p14:sldIdLst>
        </p14:section>
        <p14:section name="Analyse du marché immobilier" id="{7713D329-A697-4998-A9A6-40A3DCEC4E9C}">
          <p14:sldIdLst>
            <p14:sldId id="264"/>
            <p14:sldId id="296"/>
            <p14:sldId id="277"/>
            <p14:sldId id="294"/>
            <p14:sldId id="293"/>
            <p14:sldId id="292"/>
            <p14:sldId id="290"/>
            <p14:sldId id="282"/>
            <p14:sldId id="283"/>
            <p14:sldId id="284"/>
            <p14:sldId id="289"/>
            <p14:sldId id="286"/>
            <p14:sldId id="287"/>
            <p14:sldId id="301"/>
          </p14:sldIdLst>
        </p14:section>
        <p14:section name="Merci" id="{076138CA-E353-44F5-9B93-73BEC2E66599}">
          <p14:sldIdLst>
            <p14:sldId id="266"/>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9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4896CA-7DFF-4BB7-B2E7-467337B2047F}" v="2226" dt="2025-12-12T11:12:23.76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651" autoAdjust="0"/>
  </p:normalViewPr>
  <p:slideViewPr>
    <p:cSldViewPr snapToGrid="0">
      <p:cViewPr varScale="1">
        <p:scale>
          <a:sx n="117" d="100"/>
          <a:sy n="117" d="100"/>
        </p:scale>
        <p:origin x="552" y="324"/>
      </p:cViewPr>
      <p:guideLst>
        <p:guide orient="horz" pos="1620"/>
        <p:guide pos="2880"/>
      </p:guideLst>
    </p:cSldViewPr>
  </p:slideViewPr>
  <p:notesTextViewPr>
    <p:cViewPr>
      <p:scale>
        <a:sx n="1" d="1"/>
        <a:sy n="1" d="1"/>
      </p:scale>
      <p:origin x="0" y="0"/>
    </p:cViewPr>
  </p:notesTextViewPr>
  <p:notesViewPr>
    <p:cSldViewPr snapToGrid="0">
      <p:cViewPr varScale="1">
        <p:scale>
          <a:sx n="84" d="100"/>
          <a:sy n="84" d="100"/>
        </p:scale>
        <p:origin x="286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deye Ndiemé Dieng" userId="4317284b7c0fe062" providerId="Windows Live" clId="Web-{116BD345-5CBD-C94E-692F-BE9D3C425880}"/>
    <pc:docChg chg="modSld">
      <pc:chgData name="Ndeye Ndiemé Dieng" userId="4317284b7c0fe062" providerId="Windows Live" clId="Web-{116BD345-5CBD-C94E-692F-BE9D3C425880}" dt="2025-12-05T22:05:09.267" v="79" actId="1076"/>
      <pc:docMkLst>
        <pc:docMk/>
      </pc:docMkLst>
      <pc:sldChg chg="addSp delSp modSp addAnim delAnim modAnim">
        <pc:chgData name="Ndeye Ndiemé Dieng" userId="4317284b7c0fe062" providerId="Windows Live" clId="Web-{116BD345-5CBD-C94E-692F-BE9D3C425880}" dt="2025-12-05T22:05:09.267" v="79" actId="1076"/>
        <pc:sldMkLst>
          <pc:docMk/>
          <pc:sldMk cId="4196024794" sldId="267"/>
        </pc:sldMkLst>
        <pc:spChg chg="mod">
          <ac:chgData name="Ndeye Ndiemé Dieng" userId="4317284b7c0fe062" providerId="Windows Live" clId="Web-{116BD345-5CBD-C94E-692F-BE9D3C425880}" dt="2025-12-05T22:04:33.204" v="74" actId="20577"/>
          <ac:spMkLst>
            <pc:docMk/>
            <pc:sldMk cId="4196024794" sldId="267"/>
            <ac:spMk id="277" creationId="{238E72A6-9E99-ADCE-26E9-155DB23AF76C}"/>
          </ac:spMkLst>
        </pc:spChg>
        <pc:picChg chg="mod">
          <ac:chgData name="Ndeye Ndiemé Dieng" userId="4317284b7c0fe062" providerId="Windows Live" clId="Web-{116BD345-5CBD-C94E-692F-BE9D3C425880}" dt="2025-12-05T22:04:26.704" v="63" actId="1076"/>
          <ac:picMkLst>
            <pc:docMk/>
            <pc:sldMk cId="4196024794" sldId="267"/>
            <ac:picMk id="3" creationId="{07607943-764D-7326-C06E-7E7EB40FD3ED}"/>
          </ac:picMkLst>
        </pc:picChg>
      </pc:sldChg>
    </pc:docChg>
  </pc:docChgLst>
  <pc:docChgLst>
    <pc:chgData name="Ndeye Ndiemé Dieng" userId="4317284b7c0fe062" providerId="Windows Live" clId="Web-{61E375CF-3824-60A6-91FA-13E27BAF615E}"/>
    <pc:docChg chg="modSld">
      <pc:chgData name="Ndeye Ndiemé Dieng" userId="4317284b7c0fe062" providerId="Windows Live" clId="Web-{61E375CF-3824-60A6-91FA-13E27BAF615E}" dt="2025-12-05T09:46:35.161" v="5"/>
      <pc:docMkLst>
        <pc:docMk/>
      </pc:docMkLst>
    </pc:docChg>
  </pc:docChgLst>
  <pc:docChgLst>
    <pc:chgData name="Ndeye Ndiemé Dieng" userId="4317284b7c0fe062" providerId="Windows Live" clId="Web-{1859FC9D-4D48-09EC-AFF8-1333A9C7DF74}"/>
    <pc:docChg chg="modSld">
      <pc:chgData name="Ndeye Ndiemé Dieng" userId="4317284b7c0fe062" providerId="Windows Live" clId="Web-{1859FC9D-4D48-09EC-AFF8-1333A9C7DF74}" dt="2025-12-05T14:37:49.604" v="125"/>
      <pc:docMkLst>
        <pc:docMk/>
      </pc:docMkLst>
      <pc:sldChg chg="addSp delSp modSp">
        <pc:chgData name="Ndeye Ndiemé Dieng" userId="4317284b7c0fe062" providerId="Windows Live" clId="Web-{1859FC9D-4D48-09EC-AFF8-1333A9C7DF74}" dt="2025-12-05T14:34:44.205" v="124" actId="1076"/>
        <pc:sldMkLst>
          <pc:docMk/>
          <pc:sldMk cId="0" sldId="262"/>
        </pc:sldMkLst>
        <pc:picChg chg="add mod">
          <ac:chgData name="Ndeye Ndiemé Dieng" userId="4317284b7c0fe062" providerId="Windows Live" clId="Web-{1859FC9D-4D48-09EC-AFF8-1333A9C7DF74}" dt="2025-12-05T12:48:53.419" v="118" actId="1076"/>
          <ac:picMkLst>
            <pc:docMk/>
            <pc:sldMk cId="0" sldId="262"/>
            <ac:picMk id="3" creationId="{C029596B-F299-0DD9-1D7A-16154ABBDB39}"/>
          </ac:picMkLst>
        </pc:picChg>
      </pc:sldChg>
      <pc:sldChg chg="modSp addAnim delAnim">
        <pc:chgData name="Ndeye Ndiemé Dieng" userId="4317284b7c0fe062" providerId="Windows Live" clId="Web-{1859FC9D-4D48-09EC-AFF8-1333A9C7DF74}" dt="2025-12-05T11:41:49.296" v="111" actId="20577"/>
        <pc:sldMkLst>
          <pc:docMk/>
          <pc:sldMk cId="4196024794" sldId="267"/>
        </pc:sldMkLst>
        <pc:spChg chg="mod">
          <ac:chgData name="Ndeye Ndiemé Dieng" userId="4317284b7c0fe062" providerId="Windows Live" clId="Web-{1859FC9D-4D48-09EC-AFF8-1333A9C7DF74}" dt="2025-12-05T11:41:49.296" v="111" actId="20577"/>
          <ac:spMkLst>
            <pc:docMk/>
            <pc:sldMk cId="4196024794" sldId="267"/>
            <ac:spMk id="277" creationId="{238E72A6-9E99-ADCE-26E9-155DB23AF76C}"/>
          </ac:spMkLst>
        </pc:spChg>
      </pc:sldChg>
    </pc:docChg>
  </pc:docChgLst>
  <pc:docChgLst>
    <pc:chgData name="Ndeye Ndiemé Dieng" userId="4317284b7c0fe062" providerId="LiveId" clId="{B5971000-367F-4563-ADA1-FD3F70F20CC0}"/>
    <pc:docChg chg="undo redo custSel addSld delSld modSld sldOrd modMainMaster addSection delSection modSection modHandout">
      <pc:chgData name="Ndeye Ndiemé Dieng" userId="4317284b7c0fe062" providerId="LiveId" clId="{B5971000-367F-4563-ADA1-FD3F70F20CC0}" dt="2025-12-12T11:13:32.702" v="11939" actId="1032"/>
      <pc:docMkLst>
        <pc:docMk/>
      </pc:docMkLst>
      <pc:sldChg chg="addSp delSp modSp mod">
        <pc:chgData name="Ndeye Ndiemé Dieng" userId="4317284b7c0fe062" providerId="LiveId" clId="{B5971000-367F-4563-ADA1-FD3F70F20CC0}" dt="2025-12-05T20:12:29.302" v="2563" actId="14100"/>
        <pc:sldMkLst>
          <pc:docMk/>
          <pc:sldMk cId="0" sldId="256"/>
        </pc:sldMkLst>
        <pc:spChg chg="mod">
          <ac:chgData name="Ndeye Ndiemé Dieng" userId="4317284b7c0fe062" providerId="LiveId" clId="{B5971000-367F-4563-ADA1-FD3F70F20CC0}" dt="2025-12-05T20:12:21.635" v="2561" actId="1076"/>
          <ac:spMkLst>
            <pc:docMk/>
            <pc:sldMk cId="0" sldId="256"/>
            <ac:spMk id="255" creationId="{00000000-0000-0000-0000-000000000000}"/>
          </ac:spMkLst>
        </pc:spChg>
        <pc:picChg chg="mod">
          <ac:chgData name="Ndeye Ndiemé Dieng" userId="4317284b7c0fe062" providerId="LiveId" clId="{B5971000-367F-4563-ADA1-FD3F70F20CC0}" dt="2025-12-05T20:12:29.302" v="2563" actId="14100"/>
          <ac:picMkLst>
            <pc:docMk/>
            <pc:sldMk cId="0" sldId="256"/>
            <ac:picMk id="257" creationId="{00000000-0000-0000-0000-000000000000}"/>
          </ac:picMkLst>
        </pc:picChg>
      </pc:sldChg>
      <pc:sldChg chg="addSp delSp modSp mod modClrScheme modAnim chgLayout modNotesTx">
        <pc:chgData name="Ndeye Ndiemé Dieng" userId="4317284b7c0fe062" providerId="LiveId" clId="{B5971000-367F-4563-ADA1-FD3F70F20CC0}" dt="2025-12-07T21:27:50.034" v="11790" actId="20577"/>
        <pc:sldMkLst>
          <pc:docMk/>
          <pc:sldMk cId="0" sldId="257"/>
        </pc:sldMkLst>
        <pc:spChg chg="add mod">
          <ac:chgData name="Ndeye Ndiemé Dieng" userId="4317284b7c0fe062" providerId="LiveId" clId="{B5971000-367F-4563-ADA1-FD3F70F20CC0}" dt="2025-12-07T21:27:13.699" v="11789" actId="20577"/>
          <ac:spMkLst>
            <pc:docMk/>
            <pc:sldMk cId="0" sldId="257"/>
            <ac:spMk id="6" creationId="{EECB2342-2C47-2C49-22FF-B471BD04F88B}"/>
          </ac:spMkLst>
        </pc:spChg>
        <pc:spChg chg="add mod">
          <ac:chgData name="Ndeye Ndiemé Dieng" userId="4317284b7c0fe062" providerId="LiveId" clId="{B5971000-367F-4563-ADA1-FD3F70F20CC0}" dt="2025-12-06T20:45:08.254" v="5774" actId="1076"/>
          <ac:spMkLst>
            <pc:docMk/>
            <pc:sldMk cId="0" sldId="257"/>
            <ac:spMk id="7" creationId="{E532F8F0-C6BC-3B2B-9E47-54D5D4F8C6E0}"/>
          </ac:spMkLst>
        </pc:spChg>
        <pc:spChg chg="add mod">
          <ac:chgData name="Ndeye Ndiemé Dieng" userId="4317284b7c0fe062" providerId="LiveId" clId="{B5971000-367F-4563-ADA1-FD3F70F20CC0}" dt="2025-12-07T21:27:50.034" v="11790" actId="20577"/>
          <ac:spMkLst>
            <pc:docMk/>
            <pc:sldMk cId="0" sldId="257"/>
            <ac:spMk id="8" creationId="{3BDEA707-CBCE-0C26-A4AF-8A6D66ED828F}"/>
          </ac:spMkLst>
        </pc:spChg>
        <pc:spChg chg="add mod">
          <ac:chgData name="Ndeye Ndiemé Dieng" userId="4317284b7c0fe062" providerId="LiveId" clId="{B5971000-367F-4563-ADA1-FD3F70F20CC0}" dt="2025-12-06T20:39:51.782" v="5576" actId="1076"/>
          <ac:spMkLst>
            <pc:docMk/>
            <pc:sldMk cId="0" sldId="257"/>
            <ac:spMk id="32" creationId="{C0A7CCD1-889B-A1E2-5124-CBA4255F33FE}"/>
          </ac:spMkLst>
        </pc:spChg>
        <pc:spChg chg="add mod">
          <ac:chgData name="Ndeye Ndiemé Dieng" userId="4317284b7c0fe062" providerId="LiveId" clId="{B5971000-367F-4563-ADA1-FD3F70F20CC0}" dt="2025-12-06T20:40:49.042" v="5586" actId="1076"/>
          <ac:spMkLst>
            <pc:docMk/>
            <pc:sldMk cId="0" sldId="257"/>
            <ac:spMk id="33" creationId="{3FDF58DD-1ED0-2E11-1DD1-8826DE760CD8}"/>
          </ac:spMkLst>
        </pc:spChg>
        <pc:spChg chg="add del mod">
          <ac:chgData name="Ndeye Ndiemé Dieng" userId="4317284b7c0fe062" providerId="LiveId" clId="{B5971000-367F-4563-ADA1-FD3F70F20CC0}" dt="2025-12-06T20:45:01.212" v="5771" actId="1076"/>
          <ac:spMkLst>
            <pc:docMk/>
            <pc:sldMk cId="0" sldId="257"/>
            <ac:spMk id="35" creationId="{D162A589-20E9-E113-61A1-3A79865AE22F}"/>
          </ac:spMkLst>
        </pc:spChg>
        <pc:spChg chg="add mod">
          <ac:chgData name="Ndeye Ndiemé Dieng" userId="4317284b7c0fe062" providerId="LiveId" clId="{B5971000-367F-4563-ADA1-FD3F70F20CC0}" dt="2025-12-06T20:45:02.538" v="5772" actId="1076"/>
          <ac:spMkLst>
            <pc:docMk/>
            <pc:sldMk cId="0" sldId="257"/>
            <ac:spMk id="36" creationId="{762C27CB-518A-01B1-4438-FCBF4AE6686E}"/>
          </ac:spMkLst>
        </pc:spChg>
        <pc:spChg chg="mod ord">
          <ac:chgData name="Ndeye Ndiemé Dieng" userId="4317284b7c0fe062" providerId="LiveId" clId="{B5971000-367F-4563-ADA1-FD3F70F20CC0}" dt="2025-12-06T20:33:10.882" v="5545" actId="700"/>
          <ac:spMkLst>
            <pc:docMk/>
            <pc:sldMk cId="0" sldId="257"/>
            <ac:spMk id="265" creationId="{00000000-0000-0000-0000-000000000000}"/>
          </ac:spMkLst>
        </pc:spChg>
        <pc:spChg chg="add del mod ord">
          <ac:chgData name="Ndeye Ndiemé Dieng" userId="4317284b7c0fe062" providerId="LiveId" clId="{B5971000-367F-4563-ADA1-FD3F70F20CC0}" dt="2025-12-06T20:40:47.578" v="5585" actId="1076"/>
          <ac:spMkLst>
            <pc:docMk/>
            <pc:sldMk cId="0" sldId="257"/>
            <ac:spMk id="267" creationId="{00000000-0000-0000-0000-000000000000}"/>
          </ac:spMkLst>
        </pc:spChg>
        <pc:spChg chg="add mod ord">
          <ac:chgData name="Ndeye Ndiemé Dieng" userId="4317284b7c0fe062" providerId="LiveId" clId="{B5971000-367F-4563-ADA1-FD3F70F20CC0}" dt="2025-12-06T20:33:10.882" v="5545" actId="700"/>
          <ac:spMkLst>
            <pc:docMk/>
            <pc:sldMk cId="0" sldId="257"/>
            <ac:spMk id="270" creationId="{00000000-0000-0000-0000-000000000000}"/>
          </ac:spMkLst>
        </pc:spChg>
        <pc:picChg chg="add mod">
          <ac:chgData name="Ndeye Ndiemé Dieng" userId="4317284b7c0fe062" providerId="LiveId" clId="{B5971000-367F-4563-ADA1-FD3F70F20CC0}" dt="2025-12-06T20:01:04.272" v="5112"/>
          <ac:picMkLst>
            <pc:docMk/>
            <pc:sldMk cId="0" sldId="257"/>
            <ac:picMk id="2" creationId="{F568B322-FB03-27A7-D2D8-E8DA79049FAE}"/>
          </ac:picMkLst>
        </pc:picChg>
        <pc:picChg chg="add mod">
          <ac:chgData name="Ndeye Ndiemé Dieng" userId="4317284b7c0fe062" providerId="LiveId" clId="{B5971000-367F-4563-ADA1-FD3F70F20CC0}" dt="2025-12-06T20:39:39.646" v="5574" actId="1076"/>
          <ac:picMkLst>
            <pc:docMk/>
            <pc:sldMk cId="0" sldId="257"/>
            <ac:picMk id="5" creationId="{8E9E7B7E-A203-2EC2-429D-FF817328C28D}"/>
          </ac:picMkLst>
        </pc:picChg>
      </pc:sldChg>
      <pc:sldChg chg="addSp delSp modSp mod">
        <pc:chgData name="Ndeye Ndiemé Dieng" userId="4317284b7c0fe062" providerId="LiveId" clId="{B5971000-367F-4563-ADA1-FD3F70F20CC0}" dt="2025-12-06T22:53:44.840" v="7720" actId="1076"/>
        <pc:sldMkLst>
          <pc:docMk/>
          <pc:sldMk cId="0" sldId="260"/>
        </pc:sldMkLst>
        <pc:spChg chg="mod">
          <ac:chgData name="Ndeye Ndiemé Dieng" userId="4317284b7c0fe062" providerId="LiveId" clId="{B5971000-367F-4563-ADA1-FD3F70F20CC0}" dt="2025-12-05T21:41:02.227" v="3003" actId="1076"/>
          <ac:spMkLst>
            <pc:docMk/>
            <pc:sldMk cId="0" sldId="260"/>
            <ac:spMk id="294" creationId="{00000000-0000-0000-0000-000000000000}"/>
          </ac:spMkLst>
        </pc:spChg>
        <pc:spChg chg="add">
          <ac:chgData name="Ndeye Ndiemé Dieng" userId="4317284b7c0fe062" providerId="LiveId" clId="{B5971000-367F-4563-ADA1-FD3F70F20CC0}" dt="2025-12-05T14:45:55.434" v="1398"/>
          <ac:spMkLst>
            <pc:docMk/>
            <pc:sldMk cId="0" sldId="260"/>
            <ac:spMk id="297" creationId="{00000000-0000-0000-0000-000000000000}"/>
          </ac:spMkLst>
        </pc:spChg>
        <pc:picChg chg="add mod">
          <ac:chgData name="Ndeye Ndiemé Dieng" userId="4317284b7c0fe062" providerId="LiveId" clId="{B5971000-367F-4563-ADA1-FD3F70F20CC0}" dt="2025-12-06T22:53:44.840" v="7720" actId="1076"/>
          <ac:picMkLst>
            <pc:docMk/>
            <pc:sldMk cId="0" sldId="260"/>
            <ac:picMk id="3" creationId="{79F2C852-E925-EBC6-C63C-F236C6084274}"/>
          </ac:picMkLst>
        </pc:picChg>
      </pc:sldChg>
      <pc:sldChg chg="addSp delSp modSp mod">
        <pc:chgData name="Ndeye Ndiemé Dieng" userId="4317284b7c0fe062" providerId="LiveId" clId="{B5971000-367F-4563-ADA1-FD3F70F20CC0}" dt="2025-12-05T21:40:13.605" v="2993" actId="1076"/>
        <pc:sldMkLst>
          <pc:docMk/>
          <pc:sldMk cId="0" sldId="261"/>
        </pc:sldMkLst>
        <pc:spChg chg="mod">
          <ac:chgData name="Ndeye Ndiemé Dieng" userId="4317284b7c0fe062" providerId="LiveId" clId="{B5971000-367F-4563-ADA1-FD3F70F20CC0}" dt="2025-12-05T21:40:10.215" v="2992" actId="1076"/>
          <ac:spMkLst>
            <pc:docMk/>
            <pc:sldMk cId="0" sldId="261"/>
            <ac:spMk id="303" creationId="{00000000-0000-0000-0000-000000000000}"/>
          </ac:spMkLst>
        </pc:spChg>
        <pc:spChg chg="add">
          <ac:chgData name="Ndeye Ndiemé Dieng" userId="4317284b7c0fe062" providerId="LiveId" clId="{B5971000-367F-4563-ADA1-FD3F70F20CC0}" dt="2025-12-05T14:45:55.434" v="1398"/>
          <ac:spMkLst>
            <pc:docMk/>
            <pc:sldMk cId="0" sldId="261"/>
            <ac:spMk id="306" creationId="{00000000-0000-0000-0000-000000000000}"/>
          </ac:spMkLst>
        </pc:spChg>
        <pc:picChg chg="add mod">
          <ac:chgData name="Ndeye Ndiemé Dieng" userId="4317284b7c0fe062" providerId="LiveId" clId="{B5971000-367F-4563-ADA1-FD3F70F20CC0}" dt="2025-12-05T21:40:13.605" v="2993" actId="1076"/>
          <ac:picMkLst>
            <pc:docMk/>
            <pc:sldMk cId="0" sldId="261"/>
            <ac:picMk id="5" creationId="{CC670086-33B1-E650-E540-EE0625F2DCC8}"/>
          </ac:picMkLst>
        </pc:picChg>
      </pc:sldChg>
      <pc:sldChg chg="addSp delSp modSp mod modAnim">
        <pc:chgData name="Ndeye Ndiemé Dieng" userId="4317284b7c0fe062" providerId="LiveId" clId="{B5971000-367F-4563-ADA1-FD3F70F20CC0}" dt="2025-12-05T21:37:22.468" v="2987" actId="1035"/>
        <pc:sldMkLst>
          <pc:docMk/>
          <pc:sldMk cId="0" sldId="262"/>
        </pc:sldMkLst>
        <pc:spChg chg="mod">
          <ac:chgData name="Ndeye Ndiemé Dieng" userId="4317284b7c0fe062" providerId="LiveId" clId="{B5971000-367F-4563-ADA1-FD3F70F20CC0}" dt="2025-12-05T21:37:15.252" v="2968" actId="14100"/>
          <ac:spMkLst>
            <pc:docMk/>
            <pc:sldMk cId="0" sldId="262"/>
            <ac:spMk id="312" creationId="{00000000-0000-0000-0000-000000000000}"/>
          </ac:spMkLst>
        </pc:spChg>
        <pc:spChg chg="add">
          <ac:chgData name="Ndeye Ndiemé Dieng" userId="4317284b7c0fe062" providerId="LiveId" clId="{B5971000-367F-4563-ADA1-FD3F70F20CC0}" dt="2025-12-05T14:45:55.434" v="1398"/>
          <ac:spMkLst>
            <pc:docMk/>
            <pc:sldMk cId="0" sldId="262"/>
            <ac:spMk id="315" creationId="{00000000-0000-0000-0000-000000000000}"/>
          </ac:spMkLst>
        </pc:spChg>
        <pc:picChg chg="mod">
          <ac:chgData name="Ndeye Ndiemé Dieng" userId="4317284b7c0fe062" providerId="LiveId" clId="{B5971000-367F-4563-ADA1-FD3F70F20CC0}" dt="2025-12-05T21:37:22.468" v="2987" actId="1035"/>
          <ac:picMkLst>
            <pc:docMk/>
            <pc:sldMk cId="0" sldId="262"/>
            <ac:picMk id="3" creationId="{C029596B-F299-0DD9-1D7A-16154ABBDB39}"/>
          </ac:picMkLst>
        </pc:picChg>
        <pc:picChg chg="add mod">
          <ac:chgData name="Ndeye Ndiemé Dieng" userId="4317284b7c0fe062" providerId="LiveId" clId="{B5971000-367F-4563-ADA1-FD3F70F20CC0}" dt="2025-12-05T21:37:22.468" v="2987" actId="1035"/>
          <ac:picMkLst>
            <pc:docMk/>
            <pc:sldMk cId="0" sldId="262"/>
            <ac:picMk id="5" creationId="{683C44F1-903B-08D9-B9AA-11FC069DA401}"/>
          </ac:picMkLst>
        </pc:picChg>
      </pc:sldChg>
      <pc:sldChg chg="addSp delSp modSp mod">
        <pc:chgData name="Ndeye Ndiemé Dieng" userId="4317284b7c0fe062" providerId="LiveId" clId="{B5971000-367F-4563-ADA1-FD3F70F20CC0}" dt="2025-12-05T21:36:04.127" v="2925" actId="113"/>
        <pc:sldMkLst>
          <pc:docMk/>
          <pc:sldMk cId="0" sldId="263"/>
        </pc:sldMkLst>
        <pc:spChg chg="mod">
          <ac:chgData name="Ndeye Ndiemé Dieng" userId="4317284b7c0fe062" providerId="LiveId" clId="{B5971000-367F-4563-ADA1-FD3F70F20CC0}" dt="2025-12-05T21:36:04.127" v="2925" actId="113"/>
          <ac:spMkLst>
            <pc:docMk/>
            <pc:sldMk cId="0" sldId="263"/>
            <ac:spMk id="321" creationId="{00000000-0000-0000-0000-000000000000}"/>
          </ac:spMkLst>
        </pc:spChg>
        <pc:spChg chg="add">
          <ac:chgData name="Ndeye Ndiemé Dieng" userId="4317284b7c0fe062" providerId="LiveId" clId="{B5971000-367F-4563-ADA1-FD3F70F20CC0}" dt="2025-12-05T14:45:55.434" v="1398"/>
          <ac:spMkLst>
            <pc:docMk/>
            <pc:sldMk cId="0" sldId="263"/>
            <ac:spMk id="324" creationId="{00000000-0000-0000-0000-000000000000}"/>
          </ac:spMkLst>
        </pc:spChg>
        <pc:picChg chg="add mod">
          <ac:chgData name="Ndeye Ndiemé Dieng" userId="4317284b7c0fe062" providerId="LiveId" clId="{B5971000-367F-4563-ADA1-FD3F70F20CC0}" dt="2025-12-05T20:39:30.821" v="2646" actId="1076"/>
          <ac:picMkLst>
            <pc:docMk/>
            <pc:sldMk cId="0" sldId="263"/>
            <ac:picMk id="7" creationId="{BB04FDBB-3EF4-13C3-748D-2ACD667060EC}"/>
          </ac:picMkLst>
        </pc:picChg>
      </pc:sldChg>
      <pc:sldChg chg="addSp delSp modSp mod">
        <pc:chgData name="Ndeye Ndiemé Dieng" userId="4317284b7c0fe062" providerId="LiveId" clId="{B5971000-367F-4563-ADA1-FD3F70F20CC0}" dt="2025-12-07T21:39:47.513" v="11837" actId="20577"/>
        <pc:sldMkLst>
          <pc:docMk/>
          <pc:sldMk cId="0" sldId="264"/>
        </pc:sldMkLst>
        <pc:spChg chg="mod">
          <ac:chgData name="Ndeye Ndiemé Dieng" userId="4317284b7c0fe062" providerId="LiveId" clId="{B5971000-367F-4563-ADA1-FD3F70F20CC0}" dt="2025-12-07T21:39:47.513" v="11837" actId="20577"/>
          <ac:spMkLst>
            <pc:docMk/>
            <pc:sldMk cId="0" sldId="264"/>
            <ac:spMk id="332" creationId="{00000000-0000-0000-0000-000000000000}"/>
          </ac:spMkLst>
        </pc:spChg>
      </pc:sldChg>
      <pc:sldChg chg="addSp delSp modSp add mod addAnim delAnim modAnim modNotesTx">
        <pc:chgData name="Ndeye Ndiemé Dieng" userId="4317284b7c0fe062" providerId="LiveId" clId="{B5971000-367F-4563-ADA1-FD3F70F20CC0}" dt="2025-12-08T10:14:20.596" v="11872" actId="20577"/>
        <pc:sldMkLst>
          <pc:docMk/>
          <pc:sldMk cId="4196024794" sldId="267"/>
        </pc:sldMkLst>
        <pc:spChg chg="mod">
          <ac:chgData name="Ndeye Ndiemé Dieng" userId="4317284b7c0fe062" providerId="LiveId" clId="{B5971000-367F-4563-ADA1-FD3F70F20CC0}" dt="2025-12-05T21:41:17.999" v="3007" actId="113"/>
          <ac:spMkLst>
            <pc:docMk/>
            <pc:sldMk cId="4196024794" sldId="267"/>
            <ac:spMk id="276" creationId="{EFBC5FFD-1644-5534-80E9-84B025DD68E2}"/>
          </ac:spMkLst>
        </pc:spChg>
        <pc:spChg chg="mod">
          <ac:chgData name="Ndeye Ndiemé Dieng" userId="4317284b7c0fe062" providerId="LiveId" clId="{B5971000-367F-4563-ADA1-FD3F70F20CC0}" dt="2025-12-06T22:09:32.364" v="7460" actId="15"/>
          <ac:spMkLst>
            <pc:docMk/>
            <pc:sldMk cId="4196024794" sldId="267"/>
            <ac:spMk id="277" creationId="{238E72A6-9E99-ADCE-26E9-155DB23AF76C}"/>
          </ac:spMkLst>
        </pc:spChg>
        <pc:spChg chg="add">
          <ac:chgData name="Ndeye Ndiemé Dieng" userId="4317284b7c0fe062" providerId="LiveId" clId="{B5971000-367F-4563-ADA1-FD3F70F20CC0}" dt="2025-12-05T14:45:55.434" v="1398"/>
          <ac:spMkLst>
            <pc:docMk/>
            <pc:sldMk cId="4196024794" sldId="267"/>
            <ac:spMk id="279" creationId="{A5B31484-DD9A-59CF-8073-6E5BF5E9AF87}"/>
          </ac:spMkLst>
        </pc:spChg>
        <pc:picChg chg="add mod">
          <ac:chgData name="Ndeye Ndiemé Dieng" userId="4317284b7c0fe062" providerId="LiveId" clId="{B5971000-367F-4563-ADA1-FD3F70F20CC0}" dt="2025-12-05T21:54:07.891" v="3028" actId="1076"/>
          <ac:picMkLst>
            <pc:docMk/>
            <pc:sldMk cId="4196024794" sldId="267"/>
            <ac:picMk id="3" creationId="{07607943-764D-7326-C06E-7E7EB40FD3ED}"/>
          </ac:picMkLst>
        </pc:picChg>
        <pc:picChg chg="add mod">
          <ac:chgData name="Ndeye Ndiemé Dieng" userId="4317284b7c0fe062" providerId="LiveId" clId="{B5971000-367F-4563-ADA1-FD3F70F20CC0}" dt="2025-12-05T22:08:08.145" v="3062" actId="1076"/>
          <ac:picMkLst>
            <pc:docMk/>
            <pc:sldMk cId="4196024794" sldId="267"/>
            <ac:picMk id="12" creationId="{11DAC31A-5725-69C9-8D01-7BBFBB8E774D}"/>
          </ac:picMkLst>
        </pc:picChg>
        <pc:picChg chg="add mod">
          <ac:chgData name="Ndeye Ndiemé Dieng" userId="4317284b7c0fe062" providerId="LiveId" clId="{B5971000-367F-4563-ADA1-FD3F70F20CC0}" dt="2025-12-05T22:08:29.123" v="3064" actId="1076"/>
          <ac:picMkLst>
            <pc:docMk/>
            <pc:sldMk cId="4196024794" sldId="267"/>
            <ac:picMk id="14" creationId="{2973843D-BB2F-820F-C4E5-E8A526B1E0BF}"/>
          </ac:picMkLst>
        </pc:picChg>
      </pc:sldChg>
      <pc:sldChg chg="addSp delSp modSp add mod">
        <pc:chgData name="Ndeye Ndiemé Dieng" userId="4317284b7c0fe062" providerId="LiveId" clId="{B5971000-367F-4563-ADA1-FD3F70F20CC0}" dt="2025-12-06T22:53:00.678" v="7716" actId="1076"/>
        <pc:sldMkLst>
          <pc:docMk/>
          <pc:sldMk cId="1562218157" sldId="268"/>
        </pc:sldMkLst>
        <pc:spChg chg="mod">
          <ac:chgData name="Ndeye Ndiemé Dieng" userId="4317284b7c0fe062" providerId="LiveId" clId="{B5971000-367F-4563-ADA1-FD3F70F20CC0}" dt="2025-12-05T21:40:42.922" v="2997" actId="1076"/>
          <ac:spMkLst>
            <pc:docMk/>
            <pc:sldMk cId="1562218157" sldId="268"/>
            <ac:spMk id="294" creationId="{A10542D1-4C26-D92D-0B49-A6ED026681DF}"/>
          </ac:spMkLst>
        </pc:spChg>
        <pc:spChg chg="add">
          <ac:chgData name="Ndeye Ndiemé Dieng" userId="4317284b7c0fe062" providerId="LiveId" clId="{B5971000-367F-4563-ADA1-FD3F70F20CC0}" dt="2025-12-05T14:45:55.434" v="1398"/>
          <ac:spMkLst>
            <pc:docMk/>
            <pc:sldMk cId="1562218157" sldId="268"/>
            <ac:spMk id="297" creationId="{5D852264-579D-B3D0-B906-18E10B1D7238}"/>
          </ac:spMkLst>
        </pc:spChg>
        <pc:picChg chg="add mod">
          <ac:chgData name="Ndeye Ndiemé Dieng" userId="4317284b7c0fe062" providerId="LiveId" clId="{B5971000-367F-4563-ADA1-FD3F70F20CC0}" dt="2025-12-06T22:53:00.678" v="7716" actId="1076"/>
          <ac:picMkLst>
            <pc:docMk/>
            <pc:sldMk cId="1562218157" sldId="268"/>
            <ac:picMk id="3" creationId="{A624E895-4ECC-947D-8311-4442233A4759}"/>
          </ac:picMkLst>
        </pc:picChg>
      </pc:sldChg>
      <pc:sldChg chg="addSp delSp modSp add mod modAnim">
        <pc:chgData name="Ndeye Ndiemé Dieng" userId="4317284b7c0fe062" providerId="LiveId" clId="{B5971000-367F-4563-ADA1-FD3F70F20CC0}" dt="2025-12-05T21:35:57.420" v="2924" actId="113"/>
        <pc:sldMkLst>
          <pc:docMk/>
          <pc:sldMk cId="1755889532" sldId="269"/>
        </pc:sldMkLst>
        <pc:spChg chg="mod">
          <ac:chgData name="Ndeye Ndiemé Dieng" userId="4317284b7c0fe062" providerId="LiveId" clId="{B5971000-367F-4563-ADA1-FD3F70F20CC0}" dt="2025-12-05T21:35:57.420" v="2924" actId="113"/>
          <ac:spMkLst>
            <pc:docMk/>
            <pc:sldMk cId="1755889532" sldId="269"/>
            <ac:spMk id="321" creationId="{5EA42DE3-8064-70AF-5404-F7D832B4B03E}"/>
          </ac:spMkLst>
        </pc:spChg>
        <pc:spChg chg="add">
          <ac:chgData name="Ndeye Ndiemé Dieng" userId="4317284b7c0fe062" providerId="LiveId" clId="{B5971000-367F-4563-ADA1-FD3F70F20CC0}" dt="2025-12-05T14:45:55.434" v="1398"/>
          <ac:spMkLst>
            <pc:docMk/>
            <pc:sldMk cId="1755889532" sldId="269"/>
            <ac:spMk id="324" creationId="{337697D9-2A11-546B-D7E9-8FE98E99871C}"/>
          </ac:spMkLst>
        </pc:spChg>
        <pc:picChg chg="mod">
          <ac:chgData name="Ndeye Ndiemé Dieng" userId="4317284b7c0fe062" providerId="LiveId" clId="{B5971000-367F-4563-ADA1-FD3F70F20CC0}" dt="2025-12-05T20:40:07.798" v="2647" actId="1076"/>
          <ac:picMkLst>
            <pc:docMk/>
            <pc:sldMk cId="1755889532" sldId="269"/>
            <ac:picMk id="9" creationId="{DC18FB9C-3840-85BB-7686-6AC27132480D}"/>
          </ac:picMkLst>
        </pc:picChg>
        <pc:picChg chg="mod">
          <ac:chgData name="Ndeye Ndiemé Dieng" userId="4317284b7c0fe062" providerId="LiveId" clId="{B5971000-367F-4563-ADA1-FD3F70F20CC0}" dt="2025-12-05T20:40:17.398" v="2649" actId="1076"/>
          <ac:picMkLst>
            <pc:docMk/>
            <pc:sldMk cId="1755889532" sldId="269"/>
            <ac:picMk id="11" creationId="{EE9B2B06-79B3-29C2-3AB4-121F2C102E62}"/>
          </ac:picMkLst>
        </pc:picChg>
      </pc:sldChg>
      <pc:sldChg chg="addSp delSp modSp add mod modAnim">
        <pc:chgData name="Ndeye Ndiemé Dieng" userId="4317284b7c0fe062" providerId="LiveId" clId="{B5971000-367F-4563-ADA1-FD3F70F20CC0}" dt="2025-12-05T21:35:47.609" v="2923" actId="113"/>
        <pc:sldMkLst>
          <pc:docMk/>
          <pc:sldMk cId="417983457" sldId="270"/>
        </pc:sldMkLst>
        <pc:spChg chg="mod">
          <ac:chgData name="Ndeye Ndiemé Dieng" userId="4317284b7c0fe062" providerId="LiveId" clId="{B5971000-367F-4563-ADA1-FD3F70F20CC0}" dt="2025-12-05T21:35:47.609" v="2923" actId="113"/>
          <ac:spMkLst>
            <pc:docMk/>
            <pc:sldMk cId="417983457" sldId="270"/>
            <ac:spMk id="321" creationId="{8E5CEC27-FD5C-450A-F06B-C83FFA150387}"/>
          </ac:spMkLst>
        </pc:spChg>
        <pc:spChg chg="add">
          <ac:chgData name="Ndeye Ndiemé Dieng" userId="4317284b7c0fe062" providerId="LiveId" clId="{B5971000-367F-4563-ADA1-FD3F70F20CC0}" dt="2025-12-05T14:45:55.434" v="1398"/>
          <ac:spMkLst>
            <pc:docMk/>
            <pc:sldMk cId="417983457" sldId="270"/>
            <ac:spMk id="324" creationId="{49CB83DD-D153-E913-91FF-395560489B6E}"/>
          </ac:spMkLst>
        </pc:spChg>
        <pc:picChg chg="add mod">
          <ac:chgData name="Ndeye Ndiemé Dieng" userId="4317284b7c0fe062" providerId="LiveId" clId="{B5971000-367F-4563-ADA1-FD3F70F20CC0}" dt="2025-12-05T20:40:22.566" v="2650" actId="1076"/>
          <ac:picMkLst>
            <pc:docMk/>
            <pc:sldMk cId="417983457" sldId="270"/>
            <ac:picMk id="3" creationId="{0070E309-EE58-D5CB-1D19-B030FF78C5DE}"/>
          </ac:picMkLst>
        </pc:picChg>
        <pc:picChg chg="add mod">
          <ac:chgData name="Ndeye Ndiemé Dieng" userId="4317284b7c0fe062" providerId="LiveId" clId="{B5971000-367F-4563-ADA1-FD3F70F20CC0}" dt="2025-12-05T20:43:09.538" v="2660" actId="1076"/>
          <ac:picMkLst>
            <pc:docMk/>
            <pc:sldMk cId="417983457" sldId="270"/>
            <ac:picMk id="5" creationId="{EAC7AD5B-9BAE-56C0-9EB6-A7F48FF5D3A6}"/>
          </ac:picMkLst>
        </pc:picChg>
      </pc:sldChg>
      <pc:sldChg chg="addSp delSp modSp add mod modAnim">
        <pc:chgData name="Ndeye Ndiemé Dieng" userId="4317284b7c0fe062" providerId="LiveId" clId="{B5971000-367F-4563-ADA1-FD3F70F20CC0}" dt="2025-12-05T21:35:43.511" v="2922" actId="1036"/>
        <pc:sldMkLst>
          <pc:docMk/>
          <pc:sldMk cId="3984437238" sldId="271"/>
        </pc:sldMkLst>
        <pc:spChg chg="mod">
          <ac:chgData name="Ndeye Ndiemé Dieng" userId="4317284b7c0fe062" providerId="LiveId" clId="{B5971000-367F-4563-ADA1-FD3F70F20CC0}" dt="2025-12-05T21:35:39.287" v="2914" actId="113"/>
          <ac:spMkLst>
            <pc:docMk/>
            <pc:sldMk cId="3984437238" sldId="271"/>
            <ac:spMk id="321" creationId="{611E2C15-9669-6000-F5AB-2D331E899094}"/>
          </ac:spMkLst>
        </pc:spChg>
        <pc:spChg chg="add">
          <ac:chgData name="Ndeye Ndiemé Dieng" userId="4317284b7c0fe062" providerId="LiveId" clId="{B5971000-367F-4563-ADA1-FD3F70F20CC0}" dt="2025-12-05T14:45:55.434" v="1398"/>
          <ac:spMkLst>
            <pc:docMk/>
            <pc:sldMk cId="3984437238" sldId="271"/>
            <ac:spMk id="324" creationId="{CB5FA264-8DE5-5C30-D2F7-61FFF4AE9A23}"/>
          </ac:spMkLst>
        </pc:spChg>
        <pc:picChg chg="add mod">
          <ac:chgData name="Ndeye Ndiemé Dieng" userId="4317284b7c0fe062" providerId="LiveId" clId="{B5971000-367F-4563-ADA1-FD3F70F20CC0}" dt="2025-12-05T21:35:43.511" v="2922" actId="1036"/>
          <ac:picMkLst>
            <pc:docMk/>
            <pc:sldMk cId="3984437238" sldId="271"/>
            <ac:picMk id="4" creationId="{02E09AA6-395E-16FE-8199-EA4CE1049396}"/>
          </ac:picMkLst>
        </pc:picChg>
        <pc:picChg chg="add mod">
          <ac:chgData name="Ndeye Ndiemé Dieng" userId="4317284b7c0fe062" providerId="LiveId" clId="{B5971000-367F-4563-ADA1-FD3F70F20CC0}" dt="2025-12-05T21:35:43.511" v="2922" actId="1036"/>
          <ac:picMkLst>
            <pc:docMk/>
            <pc:sldMk cId="3984437238" sldId="271"/>
            <ac:picMk id="7" creationId="{E8FE1716-181D-DABC-D23B-8CCA8449A29A}"/>
          </ac:picMkLst>
        </pc:picChg>
      </pc:sldChg>
      <pc:sldChg chg="addSp modSp add mod modAnim">
        <pc:chgData name="Ndeye Ndiemé Dieng" userId="4317284b7c0fe062" providerId="LiveId" clId="{B5971000-367F-4563-ADA1-FD3F70F20CC0}" dt="2025-12-05T21:35:34.750" v="2913" actId="113"/>
        <pc:sldMkLst>
          <pc:docMk/>
          <pc:sldMk cId="2783921716" sldId="272"/>
        </pc:sldMkLst>
        <pc:spChg chg="mod">
          <ac:chgData name="Ndeye Ndiemé Dieng" userId="4317284b7c0fe062" providerId="LiveId" clId="{B5971000-367F-4563-ADA1-FD3F70F20CC0}" dt="2025-12-05T21:35:34.750" v="2913" actId="113"/>
          <ac:spMkLst>
            <pc:docMk/>
            <pc:sldMk cId="2783921716" sldId="272"/>
            <ac:spMk id="321" creationId="{5B6C3972-D090-C75C-EC85-6A0E8ED2B706}"/>
          </ac:spMkLst>
        </pc:spChg>
        <pc:spChg chg="add">
          <ac:chgData name="Ndeye Ndiemé Dieng" userId="4317284b7c0fe062" providerId="LiveId" clId="{B5971000-367F-4563-ADA1-FD3F70F20CC0}" dt="2025-12-05T14:45:55.434" v="1398"/>
          <ac:spMkLst>
            <pc:docMk/>
            <pc:sldMk cId="2783921716" sldId="272"/>
            <ac:spMk id="324" creationId="{06CDF4EF-CC95-EB12-8755-8B204F804576}"/>
          </ac:spMkLst>
        </pc:spChg>
        <pc:picChg chg="add mod">
          <ac:chgData name="Ndeye Ndiemé Dieng" userId="4317284b7c0fe062" providerId="LiveId" clId="{B5971000-367F-4563-ADA1-FD3F70F20CC0}" dt="2025-12-05T20:42:03.386" v="2654" actId="1076"/>
          <ac:picMkLst>
            <pc:docMk/>
            <pc:sldMk cId="2783921716" sldId="272"/>
            <ac:picMk id="3" creationId="{6802ABA4-33EC-AD09-4897-7FD764470787}"/>
          </ac:picMkLst>
        </pc:picChg>
        <pc:picChg chg="add mod">
          <ac:chgData name="Ndeye Ndiemé Dieng" userId="4317284b7c0fe062" providerId="LiveId" clId="{B5971000-367F-4563-ADA1-FD3F70F20CC0}" dt="2025-12-05T20:42:08.671" v="2655" actId="1076"/>
          <ac:picMkLst>
            <pc:docMk/>
            <pc:sldMk cId="2783921716" sldId="272"/>
            <ac:picMk id="5" creationId="{CB2E7C29-E5B2-E5C8-4D07-C88650BB7222}"/>
          </ac:picMkLst>
        </pc:picChg>
      </pc:sldChg>
      <pc:sldChg chg="addSp modSp add mod modAnim">
        <pc:chgData name="Ndeye Ndiemé Dieng" userId="4317284b7c0fe062" providerId="LiveId" clId="{B5971000-367F-4563-ADA1-FD3F70F20CC0}" dt="2025-12-05T21:35:29.378" v="2912" actId="1036"/>
        <pc:sldMkLst>
          <pc:docMk/>
          <pc:sldMk cId="1549796584" sldId="273"/>
        </pc:sldMkLst>
        <pc:spChg chg="mod">
          <ac:chgData name="Ndeye Ndiemé Dieng" userId="4317284b7c0fe062" providerId="LiveId" clId="{B5971000-367F-4563-ADA1-FD3F70F20CC0}" dt="2025-12-05T21:35:24.990" v="2906" actId="113"/>
          <ac:spMkLst>
            <pc:docMk/>
            <pc:sldMk cId="1549796584" sldId="273"/>
            <ac:spMk id="321" creationId="{CF3BC75B-ECA6-7EDA-9D09-54C92E0DD1DE}"/>
          </ac:spMkLst>
        </pc:spChg>
        <pc:spChg chg="add">
          <ac:chgData name="Ndeye Ndiemé Dieng" userId="4317284b7c0fe062" providerId="LiveId" clId="{B5971000-367F-4563-ADA1-FD3F70F20CC0}" dt="2025-12-05T14:45:55.434" v="1398"/>
          <ac:spMkLst>
            <pc:docMk/>
            <pc:sldMk cId="1549796584" sldId="273"/>
            <ac:spMk id="324" creationId="{C74474F8-7ADE-0214-0A9F-D3E404C01E33}"/>
          </ac:spMkLst>
        </pc:spChg>
        <pc:picChg chg="add mod">
          <ac:chgData name="Ndeye Ndiemé Dieng" userId="4317284b7c0fe062" providerId="LiveId" clId="{B5971000-367F-4563-ADA1-FD3F70F20CC0}" dt="2025-12-05T21:35:29.378" v="2912" actId="1036"/>
          <ac:picMkLst>
            <pc:docMk/>
            <pc:sldMk cId="1549796584" sldId="273"/>
            <ac:picMk id="3" creationId="{0F1E2DF7-5E5E-8CB2-FA00-99D335C9C427}"/>
          </ac:picMkLst>
        </pc:picChg>
        <pc:picChg chg="add mod">
          <ac:chgData name="Ndeye Ndiemé Dieng" userId="4317284b7c0fe062" providerId="LiveId" clId="{B5971000-367F-4563-ADA1-FD3F70F20CC0}" dt="2025-12-05T21:35:29.378" v="2912" actId="1036"/>
          <ac:picMkLst>
            <pc:docMk/>
            <pc:sldMk cId="1549796584" sldId="273"/>
            <ac:picMk id="5" creationId="{7E91F8BA-4227-AA77-B7FE-3EAD3F90EE7F}"/>
          </ac:picMkLst>
        </pc:picChg>
      </pc:sldChg>
      <pc:sldChg chg="addSp delSp modSp add mod">
        <pc:chgData name="Ndeye Ndiemé Dieng" userId="4317284b7c0fe062" providerId="LiveId" clId="{B5971000-367F-4563-ADA1-FD3F70F20CC0}" dt="2025-12-05T21:35:20.447" v="2905" actId="113"/>
        <pc:sldMkLst>
          <pc:docMk/>
          <pc:sldMk cId="3128320696" sldId="274"/>
        </pc:sldMkLst>
        <pc:spChg chg="mod">
          <ac:chgData name="Ndeye Ndiemé Dieng" userId="4317284b7c0fe062" providerId="LiveId" clId="{B5971000-367F-4563-ADA1-FD3F70F20CC0}" dt="2025-12-05T21:35:20.447" v="2905" actId="113"/>
          <ac:spMkLst>
            <pc:docMk/>
            <pc:sldMk cId="3128320696" sldId="274"/>
            <ac:spMk id="321" creationId="{2FD4F607-5D32-8C3F-FAB7-6259A2147538}"/>
          </ac:spMkLst>
        </pc:spChg>
        <pc:spChg chg="add">
          <ac:chgData name="Ndeye Ndiemé Dieng" userId="4317284b7c0fe062" providerId="LiveId" clId="{B5971000-367F-4563-ADA1-FD3F70F20CC0}" dt="2025-12-05T14:45:55.434" v="1398"/>
          <ac:spMkLst>
            <pc:docMk/>
            <pc:sldMk cId="3128320696" sldId="274"/>
            <ac:spMk id="324" creationId="{B997A765-FDB2-36EE-6FAD-93366277CBA5}"/>
          </ac:spMkLst>
        </pc:spChg>
        <pc:picChg chg="add mod">
          <ac:chgData name="Ndeye Ndiemé Dieng" userId="4317284b7c0fe062" providerId="LiveId" clId="{B5971000-367F-4563-ADA1-FD3F70F20CC0}" dt="2025-12-05T20:44:00.690" v="2666" actId="1076"/>
          <ac:picMkLst>
            <pc:docMk/>
            <pc:sldMk cId="3128320696" sldId="274"/>
            <ac:picMk id="3" creationId="{949C366C-3A77-275A-CD9D-76D35D02E8B1}"/>
          </ac:picMkLst>
        </pc:picChg>
      </pc:sldChg>
      <pc:sldChg chg="addSp modSp add mod modAnim">
        <pc:chgData name="Ndeye Ndiemé Dieng" userId="4317284b7c0fe062" providerId="LiveId" clId="{B5971000-367F-4563-ADA1-FD3F70F20CC0}" dt="2025-12-07T21:39:05.982" v="11809"/>
        <pc:sldMkLst>
          <pc:docMk/>
          <pc:sldMk cId="3923547622" sldId="275"/>
        </pc:sldMkLst>
        <pc:spChg chg="mod">
          <ac:chgData name="Ndeye Ndiemé Dieng" userId="4317284b7c0fe062" providerId="LiveId" clId="{B5971000-367F-4563-ADA1-FD3F70F20CC0}" dt="2025-12-05T21:35:02.941" v="2902" actId="113"/>
          <ac:spMkLst>
            <pc:docMk/>
            <pc:sldMk cId="3923547622" sldId="275"/>
            <ac:spMk id="321" creationId="{D9DD1587-E28E-1892-E2DF-233FFEE5A4BF}"/>
          </ac:spMkLst>
        </pc:spChg>
        <pc:spChg chg="add">
          <ac:chgData name="Ndeye Ndiemé Dieng" userId="4317284b7c0fe062" providerId="LiveId" clId="{B5971000-367F-4563-ADA1-FD3F70F20CC0}" dt="2025-12-05T14:45:55.434" v="1398"/>
          <ac:spMkLst>
            <pc:docMk/>
            <pc:sldMk cId="3923547622" sldId="275"/>
            <ac:spMk id="324" creationId="{1F338868-B3C3-3C03-C183-16F692C4F41E}"/>
          </ac:spMkLst>
        </pc:spChg>
        <pc:picChg chg="add mod">
          <ac:chgData name="Ndeye Ndiemé Dieng" userId="4317284b7c0fe062" providerId="LiveId" clId="{B5971000-367F-4563-ADA1-FD3F70F20CC0}" dt="2025-12-05T13:24:12.567" v="1120" actId="1076"/>
          <ac:picMkLst>
            <pc:docMk/>
            <pc:sldMk cId="3923547622" sldId="275"/>
            <ac:picMk id="3" creationId="{B9C710D0-7598-9760-6759-DF2048CE23C6}"/>
          </ac:picMkLst>
        </pc:picChg>
        <pc:picChg chg="add mod">
          <ac:chgData name="Ndeye Ndiemé Dieng" userId="4317284b7c0fe062" providerId="LiveId" clId="{B5971000-367F-4563-ADA1-FD3F70F20CC0}" dt="2025-12-05T20:44:58.889" v="2673" actId="1076"/>
          <ac:picMkLst>
            <pc:docMk/>
            <pc:sldMk cId="3923547622" sldId="275"/>
            <ac:picMk id="5" creationId="{16FFB774-77E8-027E-D8EE-CAD3D385FB2E}"/>
          </ac:picMkLst>
        </pc:picChg>
      </pc:sldChg>
      <pc:sldChg chg="addSp delSp modSp add mod">
        <pc:chgData name="Ndeye Ndiemé Dieng" userId="4317284b7c0fe062" providerId="LiveId" clId="{B5971000-367F-4563-ADA1-FD3F70F20CC0}" dt="2025-12-05T21:36:32.085" v="2926" actId="113"/>
        <pc:sldMkLst>
          <pc:docMk/>
          <pc:sldMk cId="284514613" sldId="276"/>
        </pc:sldMkLst>
        <pc:spChg chg="mod">
          <ac:chgData name="Ndeye Ndiemé Dieng" userId="4317284b7c0fe062" providerId="LiveId" clId="{B5971000-367F-4563-ADA1-FD3F70F20CC0}" dt="2025-12-05T21:36:32.085" v="2926" actId="113"/>
          <ac:spMkLst>
            <pc:docMk/>
            <pc:sldMk cId="284514613" sldId="276"/>
            <ac:spMk id="321" creationId="{B25664CB-C81F-F37C-0D3F-9BB8A96710F8}"/>
          </ac:spMkLst>
        </pc:spChg>
        <pc:spChg chg="add">
          <ac:chgData name="Ndeye Ndiemé Dieng" userId="4317284b7c0fe062" providerId="LiveId" clId="{B5971000-367F-4563-ADA1-FD3F70F20CC0}" dt="2025-12-05T14:45:55.434" v="1398"/>
          <ac:spMkLst>
            <pc:docMk/>
            <pc:sldMk cId="284514613" sldId="276"/>
            <ac:spMk id="324" creationId="{3D3883EB-D338-FBBB-FA4B-3603559B9ACA}"/>
          </ac:spMkLst>
        </pc:spChg>
        <pc:picChg chg="add mod">
          <ac:chgData name="Ndeye Ndiemé Dieng" userId="4317284b7c0fe062" providerId="LiveId" clId="{B5971000-367F-4563-ADA1-FD3F70F20CC0}" dt="2025-12-05T20:44:35.455" v="2672" actId="1076"/>
          <ac:picMkLst>
            <pc:docMk/>
            <pc:sldMk cId="284514613" sldId="276"/>
            <ac:picMk id="4" creationId="{6DCD5EFB-B133-A0CF-49D0-A35F4C4E0968}"/>
          </ac:picMkLst>
        </pc:picChg>
        <pc:picChg chg="mod modCrop">
          <ac:chgData name="Ndeye Ndiemé Dieng" userId="4317284b7c0fe062" providerId="LiveId" clId="{B5971000-367F-4563-ADA1-FD3F70F20CC0}" dt="2025-12-05T20:44:30.214" v="2671" actId="1076"/>
          <ac:picMkLst>
            <pc:docMk/>
            <pc:sldMk cId="284514613" sldId="276"/>
            <ac:picMk id="5" creationId="{84A9D55A-ADC8-CEC9-B3DD-1C6633B981E1}"/>
          </ac:picMkLst>
        </pc:picChg>
        <pc:picChg chg="mod modCrop">
          <ac:chgData name="Ndeye Ndiemé Dieng" userId="4317284b7c0fe062" providerId="LiveId" clId="{B5971000-367F-4563-ADA1-FD3F70F20CC0}" dt="2025-12-05T20:44:30.214" v="2671" actId="1076"/>
          <ac:picMkLst>
            <pc:docMk/>
            <pc:sldMk cId="284514613" sldId="276"/>
            <ac:picMk id="7" creationId="{BC85F553-3280-7234-C95C-46F56D1A9B25}"/>
          </ac:picMkLst>
        </pc:picChg>
      </pc:sldChg>
      <pc:sldChg chg="addSp delSp modSp add mod modClrScheme delAnim modAnim chgLayout">
        <pc:chgData name="Ndeye Ndiemé Dieng" userId="4317284b7c0fe062" providerId="LiveId" clId="{B5971000-367F-4563-ADA1-FD3F70F20CC0}" dt="2025-12-06T22:57:01.314" v="7728"/>
        <pc:sldMkLst>
          <pc:docMk/>
          <pc:sldMk cId="1455455823" sldId="277"/>
        </pc:sldMkLst>
        <pc:spChg chg="add del mod ord">
          <ac:chgData name="Ndeye Ndiemé Dieng" userId="4317284b7c0fe062" providerId="LiveId" clId="{B5971000-367F-4563-ADA1-FD3F70F20CC0}" dt="2025-12-05T20:48:27.780" v="2694" actId="1076"/>
          <ac:spMkLst>
            <pc:docMk/>
            <pc:sldMk cId="1455455823" sldId="277"/>
            <ac:spMk id="341" creationId="{0CB830B6-7414-4585-5B71-4BCFFEA360AB}"/>
          </ac:spMkLst>
        </pc:spChg>
        <pc:spChg chg="add mod ord">
          <ac:chgData name="Ndeye Ndiemé Dieng" userId="4317284b7c0fe062" providerId="LiveId" clId="{B5971000-367F-4563-ADA1-FD3F70F20CC0}" dt="2025-12-05T16:39:39.063" v="2199" actId="700"/>
          <ac:spMkLst>
            <pc:docMk/>
            <pc:sldMk cId="1455455823" sldId="277"/>
            <ac:spMk id="343" creationId="{AA94FD5F-BC30-E316-EBA4-E5887C56288E}"/>
          </ac:spMkLst>
        </pc:spChg>
        <pc:picChg chg="add mod">
          <ac:chgData name="Ndeye Ndiemé Dieng" userId="4317284b7c0fe062" providerId="LiveId" clId="{B5971000-367F-4563-ADA1-FD3F70F20CC0}" dt="2025-12-06T22:56:49.645" v="7726" actId="1076"/>
          <ac:picMkLst>
            <pc:docMk/>
            <pc:sldMk cId="1455455823" sldId="277"/>
            <ac:picMk id="3" creationId="{89689A0B-3376-86F4-AD7D-FBE56FCBBEB9}"/>
          </ac:picMkLst>
        </pc:picChg>
        <pc:picChg chg="add mod">
          <ac:chgData name="Ndeye Ndiemé Dieng" userId="4317284b7c0fe062" providerId="LiveId" clId="{B5971000-367F-4563-ADA1-FD3F70F20CC0}" dt="2025-12-05T20:48:31.339" v="2695" actId="1076"/>
          <ac:picMkLst>
            <pc:docMk/>
            <pc:sldMk cId="1455455823" sldId="277"/>
            <ac:picMk id="4" creationId="{EBBEA156-DB85-38DF-BEB3-B9D07BD4DF23}"/>
          </ac:picMkLst>
        </pc:picChg>
      </pc:sldChg>
      <pc:sldChg chg="addSp delSp modSp add mod modClrScheme delAnim modAnim chgLayout">
        <pc:chgData name="Ndeye Ndiemé Dieng" userId="4317284b7c0fe062" providerId="LiveId" clId="{B5971000-367F-4563-ADA1-FD3F70F20CC0}" dt="2025-12-06T23:05:15.545" v="7747"/>
        <pc:sldMkLst>
          <pc:docMk/>
          <pc:sldMk cId="2346571861" sldId="282"/>
        </pc:sldMkLst>
        <pc:spChg chg="mod ord">
          <ac:chgData name="Ndeye Ndiemé Dieng" userId="4317284b7c0fe062" providerId="LiveId" clId="{B5971000-367F-4563-ADA1-FD3F70F20CC0}" dt="2025-12-05T21:18:05.214" v="2796" actId="14100"/>
          <ac:spMkLst>
            <pc:docMk/>
            <pc:sldMk cId="2346571861" sldId="282"/>
            <ac:spMk id="341" creationId="{785C96D7-E97F-3513-03A7-DFCA3CF43C75}"/>
          </ac:spMkLst>
        </pc:spChg>
        <pc:spChg chg="add mod ord">
          <ac:chgData name="Ndeye Ndiemé Dieng" userId="4317284b7c0fe062" providerId="LiveId" clId="{B5971000-367F-4563-ADA1-FD3F70F20CC0}" dt="2025-12-05T16:40:19.211" v="2209" actId="700"/>
          <ac:spMkLst>
            <pc:docMk/>
            <pc:sldMk cId="2346571861" sldId="282"/>
            <ac:spMk id="343" creationId="{C9A84AD9-95F3-C979-C26C-1B35FDE6CDCC}"/>
          </ac:spMkLst>
        </pc:spChg>
        <pc:picChg chg="add mod">
          <ac:chgData name="Ndeye Ndiemé Dieng" userId="4317284b7c0fe062" providerId="LiveId" clId="{B5971000-367F-4563-ADA1-FD3F70F20CC0}" dt="2025-12-05T21:15:33.947" v="2781" actId="14100"/>
          <ac:picMkLst>
            <pc:docMk/>
            <pc:sldMk cId="2346571861" sldId="282"/>
            <ac:picMk id="3" creationId="{5273C613-6887-7B35-5CD8-1ECF34071B68}"/>
          </ac:picMkLst>
        </pc:picChg>
        <pc:picChg chg="add mod">
          <ac:chgData name="Ndeye Ndiemé Dieng" userId="4317284b7c0fe062" providerId="LiveId" clId="{B5971000-367F-4563-ADA1-FD3F70F20CC0}" dt="2025-12-06T23:04:21.243" v="7742" actId="1076"/>
          <ac:picMkLst>
            <pc:docMk/>
            <pc:sldMk cId="2346571861" sldId="282"/>
            <ac:picMk id="4" creationId="{480E87BF-B155-927F-E213-BBC900BE518C}"/>
          </ac:picMkLst>
        </pc:picChg>
      </pc:sldChg>
      <pc:sldChg chg="addSp delSp modSp add mod modClrScheme delAnim modAnim chgLayout">
        <pc:chgData name="Ndeye Ndiemé Dieng" userId="4317284b7c0fe062" providerId="LiveId" clId="{B5971000-367F-4563-ADA1-FD3F70F20CC0}" dt="2025-12-08T15:21:13.902" v="11917" actId="1076"/>
        <pc:sldMkLst>
          <pc:docMk/>
          <pc:sldMk cId="2324000404" sldId="283"/>
        </pc:sldMkLst>
        <pc:spChg chg="mod ord">
          <ac:chgData name="Ndeye Ndiemé Dieng" userId="4317284b7c0fe062" providerId="LiveId" clId="{B5971000-367F-4563-ADA1-FD3F70F20CC0}" dt="2025-12-05T21:18:27.236" v="2799" actId="1076"/>
          <ac:spMkLst>
            <pc:docMk/>
            <pc:sldMk cId="2324000404" sldId="283"/>
            <ac:spMk id="341" creationId="{3DFB66AD-9654-01EA-783F-B9E48A19011A}"/>
          </ac:spMkLst>
        </pc:spChg>
        <pc:spChg chg="add mod ord">
          <ac:chgData name="Ndeye Ndiemé Dieng" userId="4317284b7c0fe062" providerId="LiveId" clId="{B5971000-367F-4563-ADA1-FD3F70F20CC0}" dt="2025-12-05T16:40:19.211" v="2209" actId="700"/>
          <ac:spMkLst>
            <pc:docMk/>
            <pc:sldMk cId="2324000404" sldId="283"/>
            <ac:spMk id="343" creationId="{A9015C21-FDEF-6A5D-DC06-DF8D4FAB0D6D}"/>
          </ac:spMkLst>
        </pc:spChg>
        <pc:picChg chg="add mod">
          <ac:chgData name="Ndeye Ndiemé Dieng" userId="4317284b7c0fe062" providerId="LiveId" clId="{B5971000-367F-4563-ADA1-FD3F70F20CC0}" dt="2025-12-08T15:20:01.101" v="11911" actId="1076"/>
          <ac:picMkLst>
            <pc:docMk/>
            <pc:sldMk cId="2324000404" sldId="283"/>
            <ac:picMk id="7" creationId="{27768D18-90A2-1ADE-832A-30C3E2535D72}"/>
          </ac:picMkLst>
        </pc:picChg>
        <pc:picChg chg="add mod">
          <ac:chgData name="Ndeye Ndiemé Dieng" userId="4317284b7c0fe062" providerId="LiveId" clId="{B5971000-367F-4563-ADA1-FD3F70F20CC0}" dt="2025-12-08T15:21:13.902" v="11917" actId="1076"/>
          <ac:picMkLst>
            <pc:docMk/>
            <pc:sldMk cId="2324000404" sldId="283"/>
            <ac:picMk id="9" creationId="{7DEA15BF-7E90-8DBA-8077-2A91538400B9}"/>
          </ac:picMkLst>
        </pc:picChg>
      </pc:sldChg>
      <pc:sldChg chg="addSp delSp modSp add mod modClrScheme delAnim modAnim chgLayout">
        <pc:chgData name="Ndeye Ndiemé Dieng" userId="4317284b7c0fe062" providerId="LiveId" clId="{B5971000-367F-4563-ADA1-FD3F70F20CC0}" dt="2025-12-06T23:06:56.395" v="7758"/>
        <pc:sldMkLst>
          <pc:docMk/>
          <pc:sldMk cId="3871316593" sldId="284"/>
        </pc:sldMkLst>
        <pc:spChg chg="mod ord">
          <ac:chgData name="Ndeye Ndiemé Dieng" userId="4317284b7c0fe062" providerId="LiveId" clId="{B5971000-367F-4563-ADA1-FD3F70F20CC0}" dt="2025-12-05T21:19:13.054" v="2835" actId="14100"/>
          <ac:spMkLst>
            <pc:docMk/>
            <pc:sldMk cId="3871316593" sldId="284"/>
            <ac:spMk id="341" creationId="{7B47A0A6-B7B2-D73E-19AA-C1626535F8E1}"/>
          </ac:spMkLst>
        </pc:spChg>
        <pc:spChg chg="add mod ord">
          <ac:chgData name="Ndeye Ndiemé Dieng" userId="4317284b7c0fe062" providerId="LiveId" clId="{B5971000-367F-4563-ADA1-FD3F70F20CC0}" dt="2025-12-05T16:40:19.211" v="2209" actId="700"/>
          <ac:spMkLst>
            <pc:docMk/>
            <pc:sldMk cId="3871316593" sldId="284"/>
            <ac:spMk id="343" creationId="{491DB9E4-2798-43F1-5A50-17FB5E3C796B}"/>
          </ac:spMkLst>
        </pc:spChg>
        <pc:picChg chg="add mod">
          <ac:chgData name="Ndeye Ndiemé Dieng" userId="4317284b7c0fe062" providerId="LiveId" clId="{B5971000-367F-4563-ADA1-FD3F70F20CC0}" dt="2025-12-05T21:22:21.640" v="2851" actId="1076"/>
          <ac:picMkLst>
            <pc:docMk/>
            <pc:sldMk cId="3871316593" sldId="284"/>
            <ac:picMk id="3" creationId="{8EC1F22A-4DA7-2C28-C67C-6B0BA8FF6C6E}"/>
          </ac:picMkLst>
        </pc:picChg>
        <pc:picChg chg="add mod">
          <ac:chgData name="Ndeye Ndiemé Dieng" userId="4317284b7c0fe062" providerId="LiveId" clId="{B5971000-367F-4563-ADA1-FD3F70F20CC0}" dt="2025-12-06T23:06:47.204" v="7756" actId="1076"/>
          <ac:picMkLst>
            <pc:docMk/>
            <pc:sldMk cId="3871316593" sldId="284"/>
            <ac:picMk id="4" creationId="{A6506389-83FE-EFF7-A45E-5B5C873694E0}"/>
          </ac:picMkLst>
        </pc:picChg>
        <pc:picChg chg="add mod">
          <ac:chgData name="Ndeye Ndiemé Dieng" userId="4317284b7c0fe062" providerId="LiveId" clId="{B5971000-367F-4563-ADA1-FD3F70F20CC0}" dt="2025-12-06T23:06:52.075" v="7757" actId="1076"/>
          <ac:picMkLst>
            <pc:docMk/>
            <pc:sldMk cId="3871316593" sldId="284"/>
            <ac:picMk id="6" creationId="{13E8E3DB-59D6-4261-9BCA-6605A83FFEC7}"/>
          </ac:picMkLst>
        </pc:picChg>
      </pc:sldChg>
      <pc:sldChg chg="addSp delSp modSp add mod modClrScheme delAnim modAnim chgLayout">
        <pc:chgData name="Ndeye Ndiemé Dieng" userId="4317284b7c0fe062" providerId="LiveId" clId="{B5971000-367F-4563-ADA1-FD3F70F20CC0}" dt="2025-12-06T23:08:08.986" v="7770"/>
        <pc:sldMkLst>
          <pc:docMk/>
          <pc:sldMk cId="1090619968" sldId="286"/>
        </pc:sldMkLst>
        <pc:spChg chg="mod ord">
          <ac:chgData name="Ndeye Ndiemé Dieng" userId="4317284b7c0fe062" providerId="LiveId" clId="{B5971000-367F-4563-ADA1-FD3F70F20CC0}" dt="2025-12-05T21:24:49.301" v="2872" actId="14100"/>
          <ac:spMkLst>
            <pc:docMk/>
            <pc:sldMk cId="1090619968" sldId="286"/>
            <ac:spMk id="341" creationId="{855C4F31-D55D-7C3E-C236-356FA1E569ED}"/>
          </ac:spMkLst>
        </pc:spChg>
        <pc:spChg chg="add mod ord">
          <ac:chgData name="Ndeye Ndiemé Dieng" userId="4317284b7c0fe062" providerId="LiveId" clId="{B5971000-367F-4563-ADA1-FD3F70F20CC0}" dt="2025-12-05T16:40:19.211" v="2209" actId="700"/>
          <ac:spMkLst>
            <pc:docMk/>
            <pc:sldMk cId="1090619968" sldId="286"/>
            <ac:spMk id="343" creationId="{6DD7200D-9D1F-0CED-EC6B-4BAFCBAD9BDD}"/>
          </ac:spMkLst>
        </pc:spChg>
        <pc:picChg chg="add mod">
          <ac:chgData name="Ndeye Ndiemé Dieng" userId="4317284b7c0fe062" providerId="LiveId" clId="{B5971000-367F-4563-ADA1-FD3F70F20CC0}" dt="2025-12-06T23:08:05.793" v="7769" actId="14100"/>
          <ac:picMkLst>
            <pc:docMk/>
            <pc:sldMk cId="1090619968" sldId="286"/>
            <ac:picMk id="3" creationId="{4AE3A795-0538-C2FD-2B07-2CBC8DAD7405}"/>
          </ac:picMkLst>
        </pc:picChg>
        <pc:picChg chg="add mod">
          <ac:chgData name="Ndeye Ndiemé Dieng" userId="4317284b7c0fe062" providerId="LiveId" clId="{B5971000-367F-4563-ADA1-FD3F70F20CC0}" dt="2025-12-05T21:24:53.690" v="2874" actId="1076"/>
          <ac:picMkLst>
            <pc:docMk/>
            <pc:sldMk cId="1090619968" sldId="286"/>
            <ac:picMk id="7" creationId="{B26FD5AF-B8C4-0024-431E-A905A7028577}"/>
          </ac:picMkLst>
        </pc:picChg>
      </pc:sldChg>
      <pc:sldChg chg="addSp delSp modSp add mod modClrScheme delAnim modAnim chgLayout">
        <pc:chgData name="Ndeye Ndiemé Dieng" userId="4317284b7c0fe062" providerId="LiveId" clId="{B5971000-367F-4563-ADA1-FD3F70F20CC0}" dt="2025-12-06T23:08:48.490" v="7776"/>
        <pc:sldMkLst>
          <pc:docMk/>
          <pc:sldMk cId="3109114851" sldId="287"/>
        </pc:sldMkLst>
        <pc:spChg chg="mod ord">
          <ac:chgData name="Ndeye Ndiemé Dieng" userId="4317284b7c0fe062" providerId="LiveId" clId="{B5971000-367F-4563-ADA1-FD3F70F20CC0}" dt="2025-12-05T21:25:33.650" v="2881" actId="14100"/>
          <ac:spMkLst>
            <pc:docMk/>
            <pc:sldMk cId="3109114851" sldId="287"/>
            <ac:spMk id="341" creationId="{8268AFCF-312A-B1C2-5733-17B60E18F755}"/>
          </ac:spMkLst>
        </pc:spChg>
        <pc:spChg chg="add mod ord">
          <ac:chgData name="Ndeye Ndiemé Dieng" userId="4317284b7c0fe062" providerId="LiveId" clId="{B5971000-367F-4563-ADA1-FD3F70F20CC0}" dt="2025-12-05T16:40:19.211" v="2209" actId="700"/>
          <ac:spMkLst>
            <pc:docMk/>
            <pc:sldMk cId="3109114851" sldId="287"/>
            <ac:spMk id="343" creationId="{A5069D4D-5FC2-9F86-189B-631ED87A1907}"/>
          </ac:spMkLst>
        </pc:spChg>
        <pc:picChg chg="add mod">
          <ac:chgData name="Ndeye Ndiemé Dieng" userId="4317284b7c0fe062" providerId="LiveId" clId="{B5971000-367F-4563-ADA1-FD3F70F20CC0}" dt="2025-12-05T21:25:43.473" v="2884" actId="1076"/>
          <ac:picMkLst>
            <pc:docMk/>
            <pc:sldMk cId="3109114851" sldId="287"/>
            <ac:picMk id="3" creationId="{062A4D11-41E7-97CF-5477-B3D129A7C2E6}"/>
          </ac:picMkLst>
        </pc:picChg>
        <pc:picChg chg="add mod">
          <ac:chgData name="Ndeye Ndiemé Dieng" userId="4317284b7c0fe062" providerId="LiveId" clId="{B5971000-367F-4563-ADA1-FD3F70F20CC0}" dt="2025-12-06T23:08:40.304" v="7775" actId="1076"/>
          <ac:picMkLst>
            <pc:docMk/>
            <pc:sldMk cId="3109114851" sldId="287"/>
            <ac:picMk id="4" creationId="{60C37088-7281-28DA-C3AD-24DD87A717CA}"/>
          </ac:picMkLst>
        </pc:picChg>
      </pc:sldChg>
      <pc:sldChg chg="addSp delSp modSp add mod modClrScheme delAnim modAnim chgLayout">
        <pc:chgData name="Ndeye Ndiemé Dieng" userId="4317284b7c0fe062" providerId="LiveId" clId="{B5971000-367F-4563-ADA1-FD3F70F20CC0}" dt="2025-12-08T15:24:38.485" v="11929" actId="478"/>
        <pc:sldMkLst>
          <pc:docMk/>
          <pc:sldMk cId="2833393812" sldId="289"/>
        </pc:sldMkLst>
        <pc:spChg chg="mod ord">
          <ac:chgData name="Ndeye Ndiemé Dieng" userId="4317284b7c0fe062" providerId="LiveId" clId="{B5971000-367F-4563-ADA1-FD3F70F20CC0}" dt="2025-12-05T21:22:48.130" v="2856" actId="14100"/>
          <ac:spMkLst>
            <pc:docMk/>
            <pc:sldMk cId="2833393812" sldId="289"/>
            <ac:spMk id="341" creationId="{5B6E21B6-4AC8-78FB-3201-C0379F3452CA}"/>
          </ac:spMkLst>
        </pc:spChg>
        <pc:spChg chg="add mod ord">
          <ac:chgData name="Ndeye Ndiemé Dieng" userId="4317284b7c0fe062" providerId="LiveId" clId="{B5971000-367F-4563-ADA1-FD3F70F20CC0}" dt="2025-12-05T16:40:19.211" v="2209" actId="700"/>
          <ac:spMkLst>
            <pc:docMk/>
            <pc:sldMk cId="2833393812" sldId="289"/>
            <ac:spMk id="343" creationId="{D0C55F38-F307-F46C-C598-2AD7E1EACDF1}"/>
          </ac:spMkLst>
        </pc:spChg>
        <pc:picChg chg="add mod">
          <ac:chgData name="Ndeye Ndiemé Dieng" userId="4317284b7c0fe062" providerId="LiveId" clId="{B5971000-367F-4563-ADA1-FD3F70F20CC0}" dt="2025-12-08T15:23:20.010" v="11923" actId="1076"/>
          <ac:picMkLst>
            <pc:docMk/>
            <pc:sldMk cId="2833393812" sldId="289"/>
            <ac:picMk id="5" creationId="{B2D86EE1-A6E3-DCBF-2C0E-A75220B7284E}"/>
          </ac:picMkLst>
        </pc:picChg>
        <pc:picChg chg="add mod">
          <ac:chgData name="Ndeye Ndiemé Dieng" userId="4317284b7c0fe062" providerId="LiveId" clId="{B5971000-367F-4563-ADA1-FD3F70F20CC0}" dt="2025-12-08T15:24:30.878" v="11927" actId="1076"/>
          <ac:picMkLst>
            <pc:docMk/>
            <pc:sldMk cId="2833393812" sldId="289"/>
            <ac:picMk id="7" creationId="{9D00A240-9FB0-F620-DE8F-74673FB3D020}"/>
          </ac:picMkLst>
        </pc:picChg>
      </pc:sldChg>
      <pc:sldChg chg="addSp delSp modSp add mod modClrScheme delAnim modAnim chgLayout">
        <pc:chgData name="Ndeye Ndiemé Dieng" userId="4317284b7c0fe062" providerId="LiveId" clId="{B5971000-367F-4563-ADA1-FD3F70F20CC0}" dt="2025-12-08T15:16:20.317" v="11897"/>
        <pc:sldMkLst>
          <pc:docMk/>
          <pc:sldMk cId="4187722333" sldId="290"/>
        </pc:sldMkLst>
        <pc:spChg chg="mod ord">
          <ac:chgData name="Ndeye Ndiemé Dieng" userId="4317284b7c0fe062" providerId="LiveId" clId="{B5971000-367F-4563-ADA1-FD3F70F20CC0}" dt="2025-12-05T21:17:52.154" v="2795" actId="14100"/>
          <ac:spMkLst>
            <pc:docMk/>
            <pc:sldMk cId="4187722333" sldId="290"/>
            <ac:spMk id="341" creationId="{5FC90D63-785C-CAC1-125E-E4442C3C451C}"/>
          </ac:spMkLst>
        </pc:spChg>
        <pc:spChg chg="add mod ord">
          <ac:chgData name="Ndeye Ndiemé Dieng" userId="4317284b7c0fe062" providerId="LiveId" clId="{B5971000-367F-4563-ADA1-FD3F70F20CC0}" dt="2025-12-05T16:40:19.211" v="2209" actId="700"/>
          <ac:spMkLst>
            <pc:docMk/>
            <pc:sldMk cId="4187722333" sldId="290"/>
            <ac:spMk id="343" creationId="{1CF3EB32-5160-BB4D-1470-4A2692D776FD}"/>
          </ac:spMkLst>
        </pc:spChg>
        <pc:picChg chg="add mod">
          <ac:chgData name="Ndeye Ndiemé Dieng" userId="4317284b7c0fe062" providerId="LiveId" clId="{B5971000-367F-4563-ADA1-FD3F70F20CC0}" dt="2025-12-08T15:15:31.678" v="11893" actId="1076"/>
          <ac:picMkLst>
            <pc:docMk/>
            <pc:sldMk cId="4187722333" sldId="290"/>
            <ac:picMk id="5" creationId="{5F5A9E1D-CCDE-E72E-0206-12BCC12E35A2}"/>
          </ac:picMkLst>
        </pc:picChg>
        <pc:picChg chg="add mod">
          <ac:chgData name="Ndeye Ndiemé Dieng" userId="4317284b7c0fe062" providerId="LiveId" clId="{B5971000-367F-4563-ADA1-FD3F70F20CC0}" dt="2025-12-08T15:16:15.190" v="11896" actId="1076"/>
          <ac:picMkLst>
            <pc:docMk/>
            <pc:sldMk cId="4187722333" sldId="290"/>
            <ac:picMk id="7" creationId="{08332BC8-1697-A31D-DE3A-CC00D221022C}"/>
          </ac:picMkLst>
        </pc:picChg>
      </pc:sldChg>
      <pc:sldChg chg="addSp delSp modSp add mod modClrScheme chgLayout">
        <pc:chgData name="Ndeye Ndiemé Dieng" userId="4317284b7c0fe062" providerId="LiveId" clId="{B5971000-367F-4563-ADA1-FD3F70F20CC0}" dt="2025-12-08T15:13:42.594" v="11890" actId="1076"/>
        <pc:sldMkLst>
          <pc:docMk/>
          <pc:sldMk cId="190263650" sldId="292"/>
        </pc:sldMkLst>
        <pc:spChg chg="mod ord">
          <ac:chgData name="Ndeye Ndiemé Dieng" userId="4317284b7c0fe062" providerId="LiveId" clId="{B5971000-367F-4563-ADA1-FD3F70F20CC0}" dt="2025-12-05T21:17:45.926" v="2794" actId="14100"/>
          <ac:spMkLst>
            <pc:docMk/>
            <pc:sldMk cId="190263650" sldId="292"/>
            <ac:spMk id="341" creationId="{0CCEC31E-6B8B-6D52-C244-943AE7252E67}"/>
          </ac:spMkLst>
        </pc:spChg>
        <pc:spChg chg="add mod ord">
          <ac:chgData name="Ndeye Ndiemé Dieng" userId="4317284b7c0fe062" providerId="LiveId" clId="{B5971000-367F-4563-ADA1-FD3F70F20CC0}" dt="2025-12-05T16:40:19.211" v="2209" actId="700"/>
          <ac:spMkLst>
            <pc:docMk/>
            <pc:sldMk cId="190263650" sldId="292"/>
            <ac:spMk id="343" creationId="{FB01F3D0-EED3-DE60-A325-E45ACCE0797B}"/>
          </ac:spMkLst>
        </pc:spChg>
        <pc:picChg chg="add mod">
          <ac:chgData name="Ndeye Ndiemé Dieng" userId="4317284b7c0fe062" providerId="LiveId" clId="{B5971000-367F-4563-ADA1-FD3F70F20CC0}" dt="2025-12-08T15:13:42.594" v="11890" actId="1076"/>
          <ac:picMkLst>
            <pc:docMk/>
            <pc:sldMk cId="190263650" sldId="292"/>
            <ac:picMk id="3" creationId="{D74EB045-8D15-D7B2-1DB1-7D620BD92414}"/>
          </ac:picMkLst>
        </pc:picChg>
      </pc:sldChg>
      <pc:sldChg chg="addSp delSp modSp add mod modClrScheme addAnim delAnim modAnim chgLayout">
        <pc:chgData name="Ndeye Ndiemé Dieng" userId="4317284b7c0fe062" providerId="LiveId" clId="{B5971000-367F-4563-ADA1-FD3F70F20CC0}" dt="2025-12-08T15:12:33.588" v="11887"/>
        <pc:sldMkLst>
          <pc:docMk/>
          <pc:sldMk cId="315410383" sldId="293"/>
        </pc:sldMkLst>
        <pc:spChg chg="mod ord">
          <ac:chgData name="Ndeye Ndiemé Dieng" userId="4317284b7c0fe062" providerId="LiveId" clId="{B5971000-367F-4563-ADA1-FD3F70F20CC0}" dt="2025-12-05T21:17:39.946" v="2793" actId="14100"/>
          <ac:spMkLst>
            <pc:docMk/>
            <pc:sldMk cId="315410383" sldId="293"/>
            <ac:spMk id="341" creationId="{38FA839B-1936-AB43-CCC4-EEDC5930B06B}"/>
          </ac:spMkLst>
        </pc:spChg>
        <pc:spChg chg="add mod ord">
          <ac:chgData name="Ndeye Ndiemé Dieng" userId="4317284b7c0fe062" providerId="LiveId" clId="{B5971000-367F-4563-ADA1-FD3F70F20CC0}" dt="2025-12-05T16:40:19.211" v="2209" actId="700"/>
          <ac:spMkLst>
            <pc:docMk/>
            <pc:sldMk cId="315410383" sldId="293"/>
            <ac:spMk id="343" creationId="{64EB6BA9-A379-2DFD-39FE-1808CD54AAE2}"/>
          </ac:spMkLst>
        </pc:spChg>
        <pc:picChg chg="add mod">
          <ac:chgData name="Ndeye Ndiemé Dieng" userId="4317284b7c0fe062" providerId="LiveId" clId="{B5971000-367F-4563-ADA1-FD3F70F20CC0}" dt="2025-12-08T14:34:13.663" v="11877" actId="1076"/>
          <ac:picMkLst>
            <pc:docMk/>
            <pc:sldMk cId="315410383" sldId="293"/>
            <ac:picMk id="5" creationId="{78BDCDA0-8101-2E85-511D-469186972337}"/>
          </ac:picMkLst>
        </pc:picChg>
        <pc:picChg chg="add mod">
          <ac:chgData name="Ndeye Ndiemé Dieng" userId="4317284b7c0fe062" providerId="LiveId" clId="{B5971000-367F-4563-ADA1-FD3F70F20CC0}" dt="2025-12-08T15:12:22.113" v="11886" actId="1076"/>
          <ac:picMkLst>
            <pc:docMk/>
            <pc:sldMk cId="315410383" sldId="293"/>
            <ac:picMk id="7" creationId="{2C7A3EA2-B84B-9568-6D1C-E4F840CE4389}"/>
          </ac:picMkLst>
        </pc:picChg>
      </pc:sldChg>
      <pc:sldChg chg="addSp delSp modSp add mod modClrScheme delAnim modAnim chgLayout">
        <pc:chgData name="Ndeye Ndiemé Dieng" userId="4317284b7c0fe062" providerId="LiveId" clId="{B5971000-367F-4563-ADA1-FD3F70F20CC0}" dt="2025-12-06T22:58:01.822" v="7732"/>
        <pc:sldMkLst>
          <pc:docMk/>
          <pc:sldMk cId="542658328" sldId="294"/>
        </pc:sldMkLst>
        <pc:spChg chg="mod ord">
          <ac:chgData name="Ndeye Ndiemé Dieng" userId="4317284b7c0fe062" providerId="LiveId" clId="{B5971000-367F-4563-ADA1-FD3F70F20CC0}" dt="2025-12-05T21:17:34.955" v="2792" actId="14100"/>
          <ac:spMkLst>
            <pc:docMk/>
            <pc:sldMk cId="542658328" sldId="294"/>
            <ac:spMk id="341" creationId="{05DA278B-8D80-8154-A272-D42D9004DB54}"/>
          </ac:spMkLst>
        </pc:spChg>
        <pc:spChg chg="add mod ord">
          <ac:chgData name="Ndeye Ndiemé Dieng" userId="4317284b7c0fe062" providerId="LiveId" clId="{B5971000-367F-4563-ADA1-FD3F70F20CC0}" dt="2025-12-05T16:40:19.211" v="2209" actId="700"/>
          <ac:spMkLst>
            <pc:docMk/>
            <pc:sldMk cId="542658328" sldId="294"/>
            <ac:spMk id="343" creationId="{55C0AEF8-8121-4DED-1B03-377C978D6215}"/>
          </ac:spMkLst>
        </pc:spChg>
        <pc:picChg chg="add mod">
          <ac:chgData name="Ndeye Ndiemé Dieng" userId="4317284b7c0fe062" providerId="LiveId" clId="{B5971000-367F-4563-ADA1-FD3F70F20CC0}" dt="2025-12-06T22:57:58.228" v="7731" actId="1076"/>
          <ac:picMkLst>
            <pc:docMk/>
            <pc:sldMk cId="542658328" sldId="294"/>
            <ac:picMk id="3" creationId="{5187F8BD-AE47-C54D-9B7A-B9FE6A013586}"/>
          </ac:picMkLst>
        </pc:picChg>
        <pc:picChg chg="add mod">
          <ac:chgData name="Ndeye Ndiemé Dieng" userId="4317284b7c0fe062" providerId="LiveId" clId="{B5971000-367F-4563-ADA1-FD3F70F20CC0}" dt="2025-12-05T21:07:23.451" v="2727" actId="1076"/>
          <ac:picMkLst>
            <pc:docMk/>
            <pc:sldMk cId="542658328" sldId="294"/>
            <ac:picMk id="15" creationId="{44153D12-B010-FF2C-F213-3C26351CF8A2}"/>
          </ac:picMkLst>
        </pc:picChg>
      </pc:sldChg>
      <pc:sldChg chg="addSp delSp modSp add mod modClrScheme chgLayout">
        <pc:chgData name="Ndeye Ndiemé Dieng" userId="4317284b7c0fe062" providerId="LiveId" clId="{B5971000-367F-4563-ADA1-FD3F70F20CC0}" dt="2025-12-05T20:46:56.271" v="2682" actId="1076"/>
        <pc:sldMkLst>
          <pc:docMk/>
          <pc:sldMk cId="1792769542" sldId="296"/>
        </pc:sldMkLst>
        <pc:spChg chg="mod ord">
          <ac:chgData name="Ndeye Ndiemé Dieng" userId="4317284b7c0fe062" providerId="LiveId" clId="{B5971000-367F-4563-ADA1-FD3F70F20CC0}" dt="2025-12-05T20:46:40.991" v="2679" actId="1076"/>
          <ac:spMkLst>
            <pc:docMk/>
            <pc:sldMk cId="1792769542" sldId="296"/>
            <ac:spMk id="341" creationId="{5BEA0927-432B-3574-3513-B4CCFD000324}"/>
          </ac:spMkLst>
        </pc:spChg>
        <pc:spChg chg="mod ord">
          <ac:chgData name="Ndeye Ndiemé Dieng" userId="4317284b7c0fe062" providerId="LiveId" clId="{B5971000-367F-4563-ADA1-FD3F70F20CC0}" dt="2025-12-05T16:38:50.040" v="2191" actId="700"/>
          <ac:spMkLst>
            <pc:docMk/>
            <pc:sldMk cId="1792769542" sldId="296"/>
            <ac:spMk id="343" creationId="{AD6E7844-E439-0E6D-9565-23380E7EFE4F}"/>
          </ac:spMkLst>
        </pc:spChg>
        <pc:picChg chg="mod">
          <ac:chgData name="Ndeye Ndiemé Dieng" userId="4317284b7c0fe062" providerId="LiveId" clId="{B5971000-367F-4563-ADA1-FD3F70F20CC0}" dt="2025-12-05T20:46:56.271" v="2682" actId="1076"/>
          <ac:picMkLst>
            <pc:docMk/>
            <pc:sldMk cId="1792769542" sldId="296"/>
            <ac:picMk id="5" creationId="{69FC4528-E952-8024-B530-70B629399281}"/>
          </ac:picMkLst>
        </pc:picChg>
      </pc:sldChg>
      <pc:sldChg chg="addSp delSp modSp add mod modNotesTx">
        <pc:chgData name="Ndeye Ndiemé Dieng" userId="4317284b7c0fe062" providerId="LiveId" clId="{B5971000-367F-4563-ADA1-FD3F70F20CC0}" dt="2025-12-07T19:24:29.885" v="11316" actId="20577"/>
        <pc:sldMkLst>
          <pc:docMk/>
          <pc:sldMk cId="3293861033" sldId="300"/>
        </pc:sldMkLst>
        <pc:spChg chg="mod">
          <ac:chgData name="Ndeye Ndiemé Dieng" userId="4317284b7c0fe062" providerId="LiveId" clId="{B5971000-367F-4563-ADA1-FD3F70F20CC0}" dt="2025-12-07T19:24:23.645" v="11309" actId="1076"/>
          <ac:spMkLst>
            <pc:docMk/>
            <pc:sldMk cId="3293861033" sldId="300"/>
            <ac:spMk id="276" creationId="{3AD80C72-3CE9-94EB-1F90-167D3FC10A9D}"/>
          </ac:spMkLst>
        </pc:spChg>
        <pc:graphicFrameChg chg="add del mod modGraphic">
          <ac:chgData name="Ndeye Ndiemé Dieng" userId="4317284b7c0fe062" providerId="LiveId" clId="{B5971000-367F-4563-ADA1-FD3F70F20CC0}" dt="2025-12-07T19:24:29.885" v="11316" actId="20577"/>
          <ac:graphicFrameMkLst>
            <pc:docMk/>
            <pc:sldMk cId="3293861033" sldId="300"/>
            <ac:graphicFrameMk id="7" creationId="{1E8E4BCF-A671-B452-7767-EFB7926CC917}"/>
          </ac:graphicFrameMkLst>
        </pc:graphicFrameChg>
      </pc:sldChg>
      <pc:sldChg chg="addSp delSp modSp add mod delAnim modAnim">
        <pc:chgData name="Ndeye Ndiemé Dieng" userId="4317284b7c0fe062" providerId="LiveId" clId="{B5971000-367F-4563-ADA1-FD3F70F20CC0}" dt="2025-12-08T15:24:47.713" v="11931" actId="20577"/>
        <pc:sldMkLst>
          <pc:docMk/>
          <pc:sldMk cId="624417179" sldId="301"/>
        </pc:sldMkLst>
        <pc:graphicFrameChg chg="add mod modGraphic">
          <ac:chgData name="Ndeye Ndiemé Dieng" userId="4317284b7c0fe062" providerId="LiveId" clId="{B5971000-367F-4563-ADA1-FD3F70F20CC0}" dt="2025-12-07T00:40:01.167" v="8419"/>
          <ac:graphicFrameMkLst>
            <pc:docMk/>
            <pc:sldMk cId="624417179" sldId="301"/>
            <ac:graphicFrameMk id="22" creationId="{BA7A6A5F-FC64-E26C-67B5-D9A2C0E8DD68}"/>
          </ac:graphicFrameMkLst>
        </pc:graphicFrameChg>
        <pc:graphicFrameChg chg="add mod modGraphic">
          <ac:chgData name="Ndeye Ndiemé Dieng" userId="4317284b7c0fe062" providerId="LiveId" clId="{B5971000-367F-4563-ADA1-FD3F70F20CC0}" dt="2025-12-07T00:24:59.643" v="8270" actId="1076"/>
          <ac:graphicFrameMkLst>
            <pc:docMk/>
            <pc:sldMk cId="624417179" sldId="301"/>
            <ac:graphicFrameMk id="24" creationId="{FBAA951B-68AE-8525-CED4-9133947FDE6F}"/>
          </ac:graphicFrameMkLst>
        </pc:graphicFrameChg>
        <pc:graphicFrameChg chg="add mod modGraphic">
          <ac:chgData name="Ndeye Ndiemé Dieng" userId="4317284b7c0fe062" providerId="LiveId" clId="{B5971000-367F-4563-ADA1-FD3F70F20CC0}" dt="2025-12-08T15:24:47.713" v="11931" actId="20577"/>
          <ac:graphicFrameMkLst>
            <pc:docMk/>
            <pc:sldMk cId="624417179" sldId="301"/>
            <ac:graphicFrameMk id="31" creationId="{0EA4ED3E-E2CA-484A-1D49-041DE3B24D92}"/>
          </ac:graphicFrameMkLst>
        </pc:graphicFrameChg>
        <pc:picChg chg="add mod">
          <ac:chgData name="Ndeye Ndiemé Dieng" userId="4317284b7c0fe062" providerId="LiveId" clId="{B5971000-367F-4563-ADA1-FD3F70F20CC0}" dt="2025-12-07T00:25:11.791" v="8273" actId="1076"/>
          <ac:picMkLst>
            <pc:docMk/>
            <pc:sldMk cId="624417179" sldId="301"/>
            <ac:picMk id="14" creationId="{A86E0D1C-6B9B-75C6-8C90-B62004A93175}"/>
          </ac:picMkLst>
        </pc:picChg>
      </pc:sldChg>
      <pc:sldChg chg="addSp delSp modSp add mod">
        <pc:chgData name="Ndeye Ndiemé Dieng" userId="4317284b7c0fe062" providerId="LiveId" clId="{B5971000-367F-4563-ADA1-FD3F70F20CC0}" dt="2025-12-08T09:30:44.262" v="11869" actId="20577"/>
        <pc:sldMkLst>
          <pc:docMk/>
          <pc:sldMk cId="375290754" sldId="302"/>
        </pc:sldMkLst>
        <pc:spChg chg="mod">
          <ac:chgData name="Ndeye Ndiemé Dieng" userId="4317284b7c0fe062" providerId="LiveId" clId="{B5971000-367F-4563-ADA1-FD3F70F20CC0}" dt="2025-12-07T19:24:06.508" v="11287" actId="20577"/>
          <ac:spMkLst>
            <pc:docMk/>
            <pc:sldMk cId="375290754" sldId="302"/>
            <ac:spMk id="276" creationId="{A30995B0-36E3-BE72-B111-71B693C38BBE}"/>
          </ac:spMkLst>
        </pc:spChg>
        <pc:graphicFrameChg chg="add mod modGraphic">
          <ac:chgData name="Ndeye Ndiemé Dieng" userId="4317284b7c0fe062" providerId="LiveId" clId="{B5971000-367F-4563-ADA1-FD3F70F20CC0}" dt="2025-12-08T09:30:44.262" v="11869" actId="20577"/>
          <ac:graphicFrameMkLst>
            <pc:docMk/>
            <pc:sldMk cId="375290754" sldId="302"/>
            <ac:graphicFrameMk id="5" creationId="{F7546822-51C4-7182-FE81-47E439C50ABF}"/>
          </ac:graphicFrameMkLst>
        </pc:graphicFrameChg>
      </pc:sldChg>
      <pc:sldChg chg="addSp delSp modSp add mod">
        <pc:chgData name="Ndeye Ndiemé Dieng" userId="4317284b7c0fe062" providerId="LiveId" clId="{B5971000-367F-4563-ADA1-FD3F70F20CC0}" dt="2025-12-12T11:13:32.702" v="11939" actId="1032"/>
        <pc:sldMkLst>
          <pc:docMk/>
          <pc:sldMk cId="4290886009" sldId="304"/>
        </pc:sldMkLst>
        <pc:spChg chg="mod">
          <ac:chgData name="Ndeye Ndiemé Dieng" userId="4317284b7c0fe062" providerId="LiveId" clId="{B5971000-367F-4563-ADA1-FD3F70F20CC0}" dt="2025-12-07T20:06:13.644" v="11663" actId="20577"/>
          <ac:spMkLst>
            <pc:docMk/>
            <pc:sldMk cId="4290886009" sldId="304"/>
            <ac:spMk id="276" creationId="{A20ACA78-0F60-4879-B18B-AC930DD7BCF8}"/>
          </ac:spMkLst>
        </pc:spChg>
        <pc:graphicFrameChg chg="mod ord modGraphic">
          <ac:chgData name="Ndeye Ndiemé Dieng" userId="4317284b7c0fe062" providerId="LiveId" clId="{B5971000-367F-4563-ADA1-FD3F70F20CC0}" dt="2025-12-12T11:11:57.362" v="11932" actId="167"/>
          <ac:graphicFrameMkLst>
            <pc:docMk/>
            <pc:sldMk cId="4290886009" sldId="304"/>
            <ac:graphicFrameMk id="2" creationId="{3B2B32C5-6C62-AA62-2463-9EFFC745F5DE}"/>
          </ac:graphicFrameMkLst>
        </pc:graphicFrameChg>
        <pc:graphicFrameChg chg="add del modGraphic">
          <ac:chgData name="Ndeye Ndiemé Dieng" userId="4317284b7c0fe062" providerId="LiveId" clId="{B5971000-367F-4563-ADA1-FD3F70F20CC0}" dt="2025-12-12T11:12:53.212" v="11937" actId="1032"/>
          <ac:graphicFrameMkLst>
            <pc:docMk/>
            <pc:sldMk cId="4290886009" sldId="304"/>
            <ac:graphicFrameMk id="3" creationId="{73513459-45D0-257D-B11C-226D3B518BC3}"/>
          </ac:graphicFrameMkLst>
        </pc:graphicFrameChg>
        <pc:graphicFrameChg chg="add del modGraphic">
          <ac:chgData name="Ndeye Ndiemé Dieng" userId="4317284b7c0fe062" providerId="LiveId" clId="{B5971000-367F-4563-ADA1-FD3F70F20CC0}" dt="2025-12-12T11:13:32.702" v="11939" actId="1032"/>
          <ac:graphicFrameMkLst>
            <pc:docMk/>
            <pc:sldMk cId="4290886009" sldId="304"/>
            <ac:graphicFrameMk id="4" creationId="{10BF2B9E-6DF2-0725-993B-C2F8C9903218}"/>
          </ac:graphicFrameMkLst>
        </pc:graphicFrameChg>
      </pc:sldChg>
      <pc:sldChg chg="addSp delSp modSp add mod ord delAnim modAnim chgLayout">
        <pc:chgData name="Ndeye Ndiemé Dieng" userId="4317284b7c0fe062" providerId="LiveId" clId="{B5971000-367F-4563-ADA1-FD3F70F20CC0}" dt="2025-12-07T21:22:14.136" v="11772" actId="20577"/>
        <pc:sldMkLst>
          <pc:docMk/>
          <pc:sldMk cId="403440415" sldId="305"/>
        </pc:sldMkLst>
        <pc:spChg chg="add mod ord">
          <ac:chgData name="Ndeye Ndiemé Dieng" userId="4317284b7c0fe062" providerId="LiveId" clId="{B5971000-367F-4563-ADA1-FD3F70F20CC0}" dt="2025-12-07T12:57:16.667" v="10783" actId="14100"/>
          <ac:spMkLst>
            <pc:docMk/>
            <pc:sldMk cId="403440415" sldId="305"/>
            <ac:spMk id="7" creationId="{C408A59E-0A35-A003-6B0A-B5B742754788}"/>
          </ac:spMkLst>
        </pc:spChg>
        <pc:spChg chg="add mod ord">
          <ac:chgData name="Ndeye Ndiemé Dieng" userId="4317284b7c0fe062" providerId="LiveId" clId="{B5971000-367F-4563-ADA1-FD3F70F20CC0}" dt="2025-12-07T12:57:16.667" v="10783" actId="14100"/>
          <ac:spMkLst>
            <pc:docMk/>
            <pc:sldMk cId="403440415" sldId="305"/>
            <ac:spMk id="8" creationId="{935FBE84-A80B-CB16-E03F-074E96196BCB}"/>
          </ac:spMkLst>
        </pc:spChg>
        <pc:spChg chg="add mod ord">
          <ac:chgData name="Ndeye Ndiemé Dieng" userId="4317284b7c0fe062" providerId="LiveId" clId="{B5971000-367F-4563-ADA1-FD3F70F20CC0}" dt="2025-12-07T18:14:08.837" v="11273" actId="12"/>
          <ac:spMkLst>
            <pc:docMk/>
            <pc:sldMk cId="403440415" sldId="305"/>
            <ac:spMk id="9" creationId="{E2C3170A-258B-F45F-2866-012E9E82BBC4}"/>
          </ac:spMkLst>
        </pc:spChg>
        <pc:spChg chg="mod ord">
          <ac:chgData name="Ndeye Ndiemé Dieng" userId="4317284b7c0fe062" providerId="LiveId" clId="{B5971000-367F-4563-ADA1-FD3F70F20CC0}" dt="2025-12-07T21:22:14.136" v="11772" actId="20577"/>
          <ac:spMkLst>
            <pc:docMk/>
            <pc:sldMk cId="403440415" sldId="305"/>
            <ac:spMk id="276" creationId="{E0CA9EE4-4765-AC9A-A690-1F467BCC46C5}"/>
          </ac:spMkLst>
        </pc:spChg>
        <pc:spChg chg="mod ord">
          <ac:chgData name="Ndeye Ndiemé Dieng" userId="4317284b7c0fe062" providerId="LiveId" clId="{B5971000-367F-4563-ADA1-FD3F70F20CC0}" dt="2025-12-07T18:14:02.701" v="11272" actId="12"/>
          <ac:spMkLst>
            <pc:docMk/>
            <pc:sldMk cId="403440415" sldId="305"/>
            <ac:spMk id="277" creationId="{0F8B4AB9-B7DA-6F0D-13F7-3C18D3CE7D84}"/>
          </ac:spMkLst>
        </pc:spChg>
        <pc:spChg chg="mod ord">
          <ac:chgData name="Ndeye Ndiemé Dieng" userId="4317284b7c0fe062" providerId="LiveId" clId="{B5971000-367F-4563-ADA1-FD3F70F20CC0}" dt="2025-12-07T12:55:56.890" v="10703" actId="700"/>
          <ac:spMkLst>
            <pc:docMk/>
            <pc:sldMk cId="403440415" sldId="305"/>
            <ac:spMk id="279" creationId="{DA26511B-41C0-921C-CBB8-74A859654941}"/>
          </ac:spMkLst>
        </pc:spChg>
        <pc:picChg chg="add mod">
          <ac:chgData name="Ndeye Ndiemé Dieng" userId="4317284b7c0fe062" providerId="LiveId" clId="{B5971000-367F-4563-ADA1-FD3F70F20CC0}" dt="2025-12-07T13:07:56.712" v="10892" actId="1076"/>
          <ac:picMkLst>
            <pc:docMk/>
            <pc:sldMk cId="403440415" sldId="305"/>
            <ac:picMk id="2" creationId="{3E3F2EF7-3214-692E-7C32-08BE3694A6E5}"/>
          </ac:picMkLst>
        </pc:picChg>
        <pc:picChg chg="add mod">
          <ac:chgData name="Ndeye Ndiemé Dieng" userId="4317284b7c0fe062" providerId="LiveId" clId="{B5971000-367F-4563-ADA1-FD3F70F20CC0}" dt="2025-12-07T18:14:14.687" v="11274" actId="1076"/>
          <ac:picMkLst>
            <pc:docMk/>
            <pc:sldMk cId="403440415" sldId="305"/>
            <ac:picMk id="4" creationId="{D3D1ACE7-8F1F-ADF3-F33B-835986AA3F33}"/>
          </ac:picMkLst>
        </pc:picChg>
        <pc:picChg chg="add mod">
          <ac:chgData name="Ndeye Ndiemé Dieng" userId="4317284b7c0fe062" providerId="LiveId" clId="{B5971000-367F-4563-ADA1-FD3F70F20CC0}" dt="2025-12-07T13:07:57.712" v="10893" actId="1076"/>
          <ac:picMkLst>
            <pc:docMk/>
            <pc:sldMk cId="403440415" sldId="305"/>
            <ac:picMk id="5" creationId="{DB16E882-7174-F96E-E86C-7890F55DBAD9}"/>
          </ac:picMkLst>
        </pc:picChg>
        <pc:picChg chg="add mod">
          <ac:chgData name="Ndeye Ndiemé Dieng" userId="4317284b7c0fe062" providerId="LiveId" clId="{B5971000-367F-4563-ADA1-FD3F70F20CC0}" dt="2025-12-07T13:07:50.928" v="10891" actId="1076"/>
          <ac:picMkLst>
            <pc:docMk/>
            <pc:sldMk cId="403440415" sldId="305"/>
            <ac:picMk id="6" creationId="{DFD086EE-4A49-1968-A7EB-A5AE1CE7F449}"/>
          </ac:picMkLst>
        </pc:picChg>
      </pc:sldChg>
      <pc:sldChg chg="modSp add mod ord">
        <pc:chgData name="Ndeye Ndiemé Dieng" userId="4317284b7c0fe062" providerId="LiveId" clId="{B5971000-367F-4563-ADA1-FD3F70F20CC0}" dt="2025-12-07T17:51:37.081" v="11235" actId="20577"/>
        <pc:sldMkLst>
          <pc:docMk/>
          <pc:sldMk cId="1621622959" sldId="306"/>
        </pc:sldMkLst>
        <pc:spChg chg="mod">
          <ac:chgData name="Ndeye Ndiemé Dieng" userId="4317284b7c0fe062" providerId="LiveId" clId="{B5971000-367F-4563-ADA1-FD3F70F20CC0}" dt="2025-12-07T17:51:37.081" v="11235" actId="20577"/>
          <ac:spMkLst>
            <pc:docMk/>
            <pc:sldMk cId="1621622959" sldId="306"/>
            <ac:spMk id="332" creationId="{40B46120-DDEE-D796-7263-E80DF3BD575E}"/>
          </ac:spMkLst>
        </pc:spChg>
      </pc:sldChg>
      <pc:sldChg chg="addSp modSp add mod modAnim">
        <pc:chgData name="Ndeye Ndiemé Dieng" userId="4317284b7c0fe062" providerId="LiveId" clId="{B5971000-367F-4563-ADA1-FD3F70F20CC0}" dt="2025-12-07T17:54:23.996" v="11271"/>
        <pc:sldMkLst>
          <pc:docMk/>
          <pc:sldMk cId="2219060886" sldId="307"/>
        </pc:sldMkLst>
        <pc:spChg chg="mod">
          <ac:chgData name="Ndeye Ndiemé Dieng" userId="4317284b7c0fe062" providerId="LiveId" clId="{B5971000-367F-4563-ADA1-FD3F70F20CC0}" dt="2025-12-07T17:53:45.279" v="11266" actId="20577"/>
          <ac:spMkLst>
            <pc:docMk/>
            <pc:sldMk cId="2219060886" sldId="307"/>
            <ac:spMk id="332" creationId="{9F82CAB3-DB1F-E4D2-93D3-82A16BE92CD6}"/>
          </ac:spMkLst>
        </pc:spChg>
        <pc:picChg chg="add mod">
          <ac:chgData name="Ndeye Ndiemé Dieng" userId="4317284b7c0fe062" providerId="LiveId" clId="{B5971000-367F-4563-ADA1-FD3F70F20CC0}" dt="2025-12-07T17:54:13.941" v="11270" actId="1076"/>
          <ac:picMkLst>
            <pc:docMk/>
            <pc:sldMk cId="2219060886" sldId="307"/>
            <ac:picMk id="2" creationId="{95365E98-8F6D-4098-185C-AA2E5EC59114}"/>
          </ac:picMkLst>
        </pc:picChg>
      </pc:sldChg>
      <pc:sldChg chg="addSp delSp modSp add mod ord">
        <pc:chgData name="Ndeye Ndiemé Dieng" userId="4317284b7c0fe062" providerId="LiveId" clId="{B5971000-367F-4563-ADA1-FD3F70F20CC0}" dt="2025-12-07T21:30:59.530" v="11792"/>
        <pc:sldMkLst>
          <pc:docMk/>
          <pc:sldMk cId="1962850896" sldId="308"/>
        </pc:sldMkLst>
        <pc:graphicFrameChg chg="mod modGraphic">
          <ac:chgData name="Ndeye Ndiemé Dieng" userId="4317284b7c0fe062" providerId="LiveId" clId="{B5971000-367F-4563-ADA1-FD3F70F20CC0}" dt="2025-12-07T21:13:54.849" v="11731" actId="20577"/>
          <ac:graphicFrameMkLst>
            <pc:docMk/>
            <pc:sldMk cId="1962850896" sldId="308"/>
            <ac:graphicFrameMk id="3" creationId="{C5CCAFD8-B675-A42F-FD03-73D1065B1A43}"/>
          </ac:graphicFrameMkLst>
        </pc:graphicFrameChg>
      </pc:sldChg>
      <pc:sldMasterChg chg="addSldLayout delSldLayout modSldLayout">
        <pc:chgData name="Ndeye Ndiemé Dieng" userId="4317284b7c0fe062" providerId="LiveId" clId="{B5971000-367F-4563-ADA1-FD3F70F20CC0}" dt="2025-12-06T23:13:19.359" v="7799" actId="20577"/>
        <pc:sldMasterMkLst>
          <pc:docMk/>
          <pc:sldMasterMk cId="0" sldId="2147483679"/>
        </pc:sldMasterMkLst>
        <pc:sldLayoutChg chg="addSp modSp mod">
          <pc:chgData name="Ndeye Ndiemé Dieng" userId="4317284b7c0fe062" providerId="LiveId" clId="{B5971000-367F-4563-ADA1-FD3F70F20CC0}" dt="2025-12-05T14:54:57.444" v="1418" actId="1076"/>
          <pc:sldLayoutMkLst>
            <pc:docMk/>
            <pc:sldMasterMk cId="0" sldId="2147483679"/>
            <pc:sldLayoutMk cId="0" sldId="2147483660"/>
          </pc:sldLayoutMkLst>
          <pc:picChg chg="add mod">
            <ac:chgData name="Ndeye Ndiemé Dieng" userId="4317284b7c0fe062" providerId="LiveId" clId="{B5971000-367F-4563-ADA1-FD3F70F20CC0}" dt="2025-12-05T14:54:57.444" v="1418" actId="1076"/>
            <ac:picMkLst>
              <pc:docMk/>
              <pc:sldMasterMk cId="0" sldId="2147483679"/>
              <pc:sldLayoutMk cId="0" sldId="2147483660"/>
              <ac:picMk id="3" creationId="{0ABE8C55-4443-ABD8-A49D-AED122804353}"/>
            </ac:picMkLst>
          </pc:picChg>
        </pc:sldLayoutChg>
        <pc:sldLayoutChg chg="addSp modSp mod">
          <pc:chgData name="Ndeye Ndiemé Dieng" userId="4317284b7c0fe062" providerId="LiveId" clId="{B5971000-367F-4563-ADA1-FD3F70F20CC0}" dt="2025-12-06T23:13:19.359" v="7799" actId="20577"/>
          <pc:sldLayoutMkLst>
            <pc:docMk/>
            <pc:sldMasterMk cId="0" sldId="2147483679"/>
            <pc:sldLayoutMk cId="0" sldId="2147483661"/>
          </pc:sldLayoutMkLst>
          <pc:spChg chg="mod">
            <ac:chgData name="Ndeye Ndiemé Dieng" userId="4317284b7c0fe062" providerId="LiveId" clId="{B5971000-367F-4563-ADA1-FD3F70F20CC0}" dt="2025-12-06T23:13:19.359" v="7799" actId="20577"/>
            <ac:spMkLst>
              <pc:docMk/>
              <pc:sldMasterMk cId="0" sldId="2147483679"/>
              <pc:sldLayoutMk cId="0" sldId="2147483661"/>
              <ac:spMk id="79" creationId="{00000000-0000-0000-0000-000000000000}"/>
            </ac:spMkLst>
          </pc:spChg>
          <pc:spChg chg="mod">
            <ac:chgData name="Ndeye Ndiemé Dieng" userId="4317284b7c0fe062" providerId="LiveId" clId="{B5971000-367F-4563-ADA1-FD3F70F20CC0}" dt="2025-12-06T22:05:38.555" v="7455" actId="12"/>
            <ac:spMkLst>
              <pc:docMk/>
              <pc:sldMasterMk cId="0" sldId="2147483679"/>
              <pc:sldLayoutMk cId="0" sldId="2147483661"/>
              <ac:spMk id="81" creationId="{00000000-0000-0000-0000-000000000000}"/>
            </ac:spMkLst>
          </pc:spChg>
          <pc:picChg chg="add mod">
            <ac:chgData name="Ndeye Ndiemé Dieng" userId="4317284b7c0fe062" providerId="LiveId" clId="{B5971000-367F-4563-ADA1-FD3F70F20CC0}" dt="2025-12-05T14:48:24.158" v="1412" actId="1076"/>
            <ac:picMkLst>
              <pc:docMk/>
              <pc:sldMasterMk cId="0" sldId="2147483679"/>
              <pc:sldLayoutMk cId="0" sldId="2147483661"/>
              <ac:picMk id="3" creationId="{9CE4DEFC-8E4C-EA65-C344-23717DC07C0D}"/>
            </ac:picMkLst>
          </pc:picChg>
        </pc:sldLayoutChg>
        <pc:sldLayoutChg chg="addSp modSp mod">
          <pc:chgData name="Ndeye Ndiemé Dieng" userId="4317284b7c0fe062" providerId="LiveId" clId="{B5971000-367F-4563-ADA1-FD3F70F20CC0}" dt="2025-12-05T14:55:42.552" v="1420" actId="1076"/>
          <pc:sldLayoutMkLst>
            <pc:docMk/>
            <pc:sldMasterMk cId="0" sldId="2147483679"/>
            <pc:sldLayoutMk cId="0" sldId="2147483663"/>
          </pc:sldLayoutMkLst>
          <pc:picChg chg="add mod">
            <ac:chgData name="Ndeye Ndiemé Dieng" userId="4317284b7c0fe062" providerId="LiveId" clId="{B5971000-367F-4563-ADA1-FD3F70F20CC0}" dt="2025-12-05T14:55:42.552" v="1420" actId="1076"/>
            <ac:picMkLst>
              <pc:docMk/>
              <pc:sldMasterMk cId="0" sldId="2147483679"/>
              <pc:sldLayoutMk cId="0" sldId="2147483663"/>
              <ac:picMk id="3" creationId="{AA6752FC-511E-40AD-05FB-30D566826466}"/>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02D293-6F95-4B49-8F31-36AE367E987E}" type="doc">
      <dgm:prSet loTypeId="urn:microsoft.com/office/officeart/2005/8/layout/bProcess2" loCatId="process" qsTypeId="urn:microsoft.com/office/officeart/2005/8/quickstyle/simple1" qsCatId="simple" csTypeId="urn:microsoft.com/office/officeart/2005/8/colors/accent1_2" csCatId="accent1" phldr="1"/>
      <dgm:spPr/>
      <dgm:t>
        <a:bodyPr/>
        <a:lstStyle/>
        <a:p>
          <a:endParaRPr lang="fr-FR"/>
        </a:p>
      </dgm:t>
    </dgm:pt>
    <dgm:pt modelId="{7BDBB551-04A9-4A40-980A-09F70E7FBAEE}">
      <dgm:prSet phldrT="[Texte]"/>
      <dgm:spPr/>
      <dgm:t>
        <a:bodyPr/>
        <a:lstStyle/>
        <a:p>
          <a:r>
            <a:rPr lang="fr" dirty="0"/>
            <a:t>Groupage de l’adresse du bien, des infos cadastrale et du numéro de lot</a:t>
          </a:r>
          <a:endParaRPr lang="fr-FR" dirty="0"/>
        </a:p>
      </dgm:t>
    </dgm:pt>
    <dgm:pt modelId="{4DFCD95B-9130-4B64-8F3E-460BEE85204C}" type="parTrans" cxnId="{9E0FB95F-F3AD-421D-90A9-C721B7E11905}">
      <dgm:prSet/>
      <dgm:spPr/>
      <dgm:t>
        <a:bodyPr/>
        <a:lstStyle/>
        <a:p>
          <a:endParaRPr lang="fr-FR"/>
        </a:p>
      </dgm:t>
    </dgm:pt>
    <dgm:pt modelId="{61EB7B90-FB92-4F37-B1C8-9001D280BB6A}" type="sibTrans" cxnId="{9E0FB95F-F3AD-421D-90A9-C721B7E11905}">
      <dgm:prSet/>
      <dgm:spPr/>
      <dgm:t>
        <a:bodyPr/>
        <a:lstStyle/>
        <a:p>
          <a:endParaRPr lang="fr-FR"/>
        </a:p>
      </dgm:t>
    </dgm:pt>
    <dgm:pt modelId="{2AE27EB3-5A57-4060-B4ED-3F6E7886D2A7}">
      <dgm:prSet phldrT="[Texte]" phldr="0"/>
      <dgm:spPr/>
      <dgm:t>
        <a:bodyPr/>
        <a:lstStyle/>
        <a:p>
          <a:r>
            <a:rPr lang="fr-FR" dirty="0"/>
            <a:t>Un bien</a:t>
          </a:r>
        </a:p>
      </dgm:t>
    </dgm:pt>
    <dgm:pt modelId="{3BDBFCDF-7B0D-4C11-B3A2-E33A25254C1A}" type="parTrans" cxnId="{4FCA4AF8-EDD2-426B-8CF3-2F325B566F2B}">
      <dgm:prSet/>
      <dgm:spPr/>
      <dgm:t>
        <a:bodyPr/>
        <a:lstStyle/>
        <a:p>
          <a:endParaRPr lang="fr-FR"/>
        </a:p>
      </dgm:t>
    </dgm:pt>
    <dgm:pt modelId="{EF80D0A7-5DFC-43FF-B2F5-BAC9DD338138}" type="sibTrans" cxnId="{4FCA4AF8-EDD2-426B-8CF3-2F325B566F2B}">
      <dgm:prSet/>
      <dgm:spPr/>
      <dgm:t>
        <a:bodyPr/>
        <a:lstStyle/>
        <a:p>
          <a:endParaRPr lang="fr-FR"/>
        </a:p>
      </dgm:t>
    </dgm:pt>
    <dgm:pt modelId="{ECF0D242-F735-4ED9-A0E5-FB19C2562177}" type="pres">
      <dgm:prSet presAssocID="{0002D293-6F95-4B49-8F31-36AE367E987E}" presName="diagram" presStyleCnt="0">
        <dgm:presLayoutVars>
          <dgm:dir/>
          <dgm:resizeHandles/>
        </dgm:presLayoutVars>
      </dgm:prSet>
      <dgm:spPr/>
    </dgm:pt>
    <dgm:pt modelId="{BEADAE10-6B4D-453D-9BDF-B2C73700CF65}" type="pres">
      <dgm:prSet presAssocID="{7BDBB551-04A9-4A40-980A-09F70E7FBAEE}" presName="firstNode" presStyleLbl="node1" presStyleIdx="0" presStyleCnt="2">
        <dgm:presLayoutVars>
          <dgm:bulletEnabled val="1"/>
        </dgm:presLayoutVars>
      </dgm:prSet>
      <dgm:spPr/>
    </dgm:pt>
    <dgm:pt modelId="{CC7162F5-7BA1-4234-8374-3A32C791597B}" type="pres">
      <dgm:prSet presAssocID="{61EB7B90-FB92-4F37-B1C8-9001D280BB6A}" presName="sibTrans" presStyleLbl="sibTrans2D1" presStyleIdx="0" presStyleCnt="1"/>
      <dgm:spPr/>
    </dgm:pt>
    <dgm:pt modelId="{82CB80B7-4F21-4522-9C32-52B256EF5184}" type="pres">
      <dgm:prSet presAssocID="{2AE27EB3-5A57-4060-B4ED-3F6E7886D2A7}" presName="lastNode" presStyleLbl="node1" presStyleIdx="1" presStyleCnt="2" custLinFactNeighborX="-1082" custLinFactNeighborY="0">
        <dgm:presLayoutVars>
          <dgm:bulletEnabled val="1"/>
        </dgm:presLayoutVars>
      </dgm:prSet>
      <dgm:spPr/>
    </dgm:pt>
  </dgm:ptLst>
  <dgm:cxnLst>
    <dgm:cxn modelId="{15EB912B-9F4F-44D7-9507-AE94AE26E8A1}" type="presOf" srcId="{7BDBB551-04A9-4A40-980A-09F70E7FBAEE}" destId="{BEADAE10-6B4D-453D-9BDF-B2C73700CF65}" srcOrd="0" destOrd="0" presId="urn:microsoft.com/office/officeart/2005/8/layout/bProcess2"/>
    <dgm:cxn modelId="{9E0FB95F-F3AD-421D-90A9-C721B7E11905}" srcId="{0002D293-6F95-4B49-8F31-36AE367E987E}" destId="{7BDBB551-04A9-4A40-980A-09F70E7FBAEE}" srcOrd="0" destOrd="0" parTransId="{4DFCD95B-9130-4B64-8F3E-460BEE85204C}" sibTransId="{61EB7B90-FB92-4F37-B1C8-9001D280BB6A}"/>
    <dgm:cxn modelId="{731B3AB1-C65C-4EF1-A665-C582F2F1D047}" type="presOf" srcId="{61EB7B90-FB92-4F37-B1C8-9001D280BB6A}" destId="{CC7162F5-7BA1-4234-8374-3A32C791597B}" srcOrd="0" destOrd="0" presId="urn:microsoft.com/office/officeart/2005/8/layout/bProcess2"/>
    <dgm:cxn modelId="{EDE91DB9-1454-4CFB-B017-EBA89643EFAC}" type="presOf" srcId="{0002D293-6F95-4B49-8F31-36AE367E987E}" destId="{ECF0D242-F735-4ED9-A0E5-FB19C2562177}" srcOrd="0" destOrd="0" presId="urn:microsoft.com/office/officeart/2005/8/layout/bProcess2"/>
    <dgm:cxn modelId="{DA40C8DD-6F2C-4EF1-98AD-29A3F301F54C}" type="presOf" srcId="{2AE27EB3-5A57-4060-B4ED-3F6E7886D2A7}" destId="{82CB80B7-4F21-4522-9C32-52B256EF5184}" srcOrd="0" destOrd="0" presId="urn:microsoft.com/office/officeart/2005/8/layout/bProcess2"/>
    <dgm:cxn modelId="{4FCA4AF8-EDD2-426B-8CF3-2F325B566F2B}" srcId="{0002D293-6F95-4B49-8F31-36AE367E987E}" destId="{2AE27EB3-5A57-4060-B4ED-3F6E7886D2A7}" srcOrd="1" destOrd="0" parTransId="{3BDBFCDF-7B0D-4C11-B3A2-E33A25254C1A}" sibTransId="{EF80D0A7-5DFC-43FF-B2F5-BAC9DD338138}"/>
    <dgm:cxn modelId="{F4F3FFAD-1C5B-4208-9E7E-269C480184D6}" type="presParOf" srcId="{ECF0D242-F735-4ED9-A0E5-FB19C2562177}" destId="{BEADAE10-6B4D-453D-9BDF-B2C73700CF65}" srcOrd="0" destOrd="0" presId="urn:microsoft.com/office/officeart/2005/8/layout/bProcess2"/>
    <dgm:cxn modelId="{B480BA19-F719-4DA8-BDB9-742B06DEEA06}" type="presParOf" srcId="{ECF0D242-F735-4ED9-A0E5-FB19C2562177}" destId="{CC7162F5-7BA1-4234-8374-3A32C791597B}" srcOrd="1" destOrd="0" presId="urn:microsoft.com/office/officeart/2005/8/layout/bProcess2"/>
    <dgm:cxn modelId="{666DA92A-2555-478E-9501-3C344B61782C}" type="presParOf" srcId="{ECF0D242-F735-4ED9-A0E5-FB19C2562177}" destId="{82CB80B7-4F21-4522-9C32-52B256EF5184}" srcOrd="2" destOrd="0" presId="urn:microsoft.com/office/officeart/2005/8/layout/b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7CE95C-73C0-4042-8B75-FE3FC3339717}"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fr-FR"/>
        </a:p>
      </dgm:t>
    </dgm:pt>
    <dgm:pt modelId="{1D17341E-B8F2-411E-942E-AE54EAE8F03E}">
      <dgm:prSet phldrT="[Texte]" phldr="0"/>
      <dgm:spPr/>
      <dgm:t>
        <a:bodyPr/>
        <a:lstStyle/>
        <a:p>
          <a:r>
            <a:rPr lang="fr-FR" dirty="0" err="1"/>
            <a:t>TypeLocal</a:t>
          </a:r>
          <a:endParaRPr lang="fr-FR" dirty="0"/>
        </a:p>
      </dgm:t>
    </dgm:pt>
    <dgm:pt modelId="{B621400A-E22F-4F4E-9E4B-5E0265B34203}" type="parTrans" cxnId="{50F0D0B6-1F2E-4BBB-96E5-66FA8A4D2937}">
      <dgm:prSet/>
      <dgm:spPr/>
      <dgm:t>
        <a:bodyPr/>
        <a:lstStyle/>
        <a:p>
          <a:endParaRPr lang="fr-FR"/>
        </a:p>
      </dgm:t>
    </dgm:pt>
    <dgm:pt modelId="{9EFA72BF-FC5E-40B8-A08D-54928BBB5A10}" type="sibTrans" cxnId="{50F0D0B6-1F2E-4BBB-96E5-66FA8A4D2937}">
      <dgm:prSet/>
      <dgm:spPr/>
      <dgm:t>
        <a:bodyPr/>
        <a:lstStyle/>
        <a:p>
          <a:endParaRPr lang="fr-FR"/>
        </a:p>
      </dgm:t>
    </dgm:pt>
    <dgm:pt modelId="{427B02ED-3F6A-473D-8ABB-027CBA519159}">
      <dgm:prSet phldrT="[Texte]" phldr="0"/>
      <dgm:spPr/>
      <dgm:t>
        <a:bodyPr/>
        <a:lstStyle/>
        <a:p>
          <a:r>
            <a:rPr lang="fr-FR" dirty="0" err="1"/>
            <a:t>code_type_local</a:t>
          </a:r>
          <a:endParaRPr lang="fr-FR" dirty="0"/>
        </a:p>
      </dgm:t>
    </dgm:pt>
    <dgm:pt modelId="{F1C9400A-5161-495E-9244-F2BC961560E7}" type="parTrans" cxnId="{768DB777-351B-494A-94B7-92A61B2379FC}">
      <dgm:prSet/>
      <dgm:spPr/>
      <dgm:t>
        <a:bodyPr/>
        <a:lstStyle/>
        <a:p>
          <a:endParaRPr lang="fr-FR"/>
        </a:p>
      </dgm:t>
    </dgm:pt>
    <dgm:pt modelId="{6ECF3D72-CB51-4E4E-8555-B12A0A7E4FD1}" type="sibTrans" cxnId="{768DB777-351B-494A-94B7-92A61B2379FC}">
      <dgm:prSet/>
      <dgm:spPr/>
      <dgm:t>
        <a:bodyPr/>
        <a:lstStyle/>
        <a:p>
          <a:endParaRPr lang="fr-FR"/>
        </a:p>
      </dgm:t>
    </dgm:pt>
    <dgm:pt modelId="{709AD94F-D81A-4144-8BA1-6A591B5557DB}">
      <dgm:prSet phldrT="[Texte]" phldr="0"/>
      <dgm:spPr/>
      <dgm:t>
        <a:bodyPr/>
        <a:lstStyle/>
        <a:p>
          <a:r>
            <a:rPr lang="fr-FR" dirty="0" err="1"/>
            <a:t>type_local</a:t>
          </a:r>
          <a:endParaRPr lang="fr-FR" dirty="0"/>
        </a:p>
      </dgm:t>
    </dgm:pt>
    <dgm:pt modelId="{BFF1BCA1-F825-4CE7-9706-D63B869EFF66}" type="parTrans" cxnId="{532134CD-9930-4318-B228-307FC38D93B4}">
      <dgm:prSet/>
      <dgm:spPr/>
      <dgm:t>
        <a:bodyPr/>
        <a:lstStyle/>
        <a:p>
          <a:endParaRPr lang="fr-FR"/>
        </a:p>
      </dgm:t>
    </dgm:pt>
    <dgm:pt modelId="{679A1E89-79F8-409D-8E9C-8069E48A288F}" type="sibTrans" cxnId="{532134CD-9930-4318-B228-307FC38D93B4}">
      <dgm:prSet/>
      <dgm:spPr/>
      <dgm:t>
        <a:bodyPr/>
        <a:lstStyle/>
        <a:p>
          <a:endParaRPr lang="fr-FR"/>
        </a:p>
      </dgm:t>
    </dgm:pt>
    <dgm:pt modelId="{65F198FB-803A-4BD7-B823-0836DA52E86C}">
      <dgm:prSet phldrT="[Texte]" phldr="0"/>
      <dgm:spPr/>
      <dgm:t>
        <a:bodyPr/>
        <a:lstStyle/>
        <a:p>
          <a:r>
            <a:rPr lang="fr-FR" dirty="0" err="1"/>
            <a:t>TypeVoie</a:t>
          </a:r>
          <a:endParaRPr lang="fr-FR" dirty="0"/>
        </a:p>
      </dgm:t>
    </dgm:pt>
    <dgm:pt modelId="{ECF93EEC-BEC0-4B07-AF35-4681C8757D1B}" type="parTrans" cxnId="{B5D5625F-889C-4C4B-B091-6E41762B1E3C}">
      <dgm:prSet/>
      <dgm:spPr/>
      <dgm:t>
        <a:bodyPr/>
        <a:lstStyle/>
        <a:p>
          <a:endParaRPr lang="fr-FR"/>
        </a:p>
      </dgm:t>
    </dgm:pt>
    <dgm:pt modelId="{0D64C57E-A751-4672-B1E6-5BBC405AB404}" type="sibTrans" cxnId="{B5D5625F-889C-4C4B-B091-6E41762B1E3C}">
      <dgm:prSet/>
      <dgm:spPr/>
      <dgm:t>
        <a:bodyPr/>
        <a:lstStyle/>
        <a:p>
          <a:endParaRPr lang="fr-FR"/>
        </a:p>
      </dgm:t>
    </dgm:pt>
    <dgm:pt modelId="{5DA4D1E5-8295-4EF0-9BB1-BE00727D5B7B}">
      <dgm:prSet phldrT="[Texte]" phldr="0"/>
      <dgm:spPr/>
      <dgm:t>
        <a:bodyPr/>
        <a:lstStyle/>
        <a:p>
          <a:r>
            <a:rPr lang="fr-FR" dirty="0" err="1"/>
            <a:t>code_type_voie</a:t>
          </a:r>
          <a:endParaRPr lang="fr-FR" dirty="0"/>
        </a:p>
      </dgm:t>
    </dgm:pt>
    <dgm:pt modelId="{3756FCF0-2031-4534-9DDF-C0F3BE2C8698}" type="parTrans" cxnId="{D2062777-99D9-4509-B031-70613642A45B}">
      <dgm:prSet/>
      <dgm:spPr/>
      <dgm:t>
        <a:bodyPr/>
        <a:lstStyle/>
        <a:p>
          <a:endParaRPr lang="fr-FR"/>
        </a:p>
      </dgm:t>
    </dgm:pt>
    <dgm:pt modelId="{2559F547-33EB-4A29-8A79-4B8ACD29AEA6}" type="sibTrans" cxnId="{D2062777-99D9-4509-B031-70613642A45B}">
      <dgm:prSet/>
      <dgm:spPr/>
      <dgm:t>
        <a:bodyPr/>
        <a:lstStyle/>
        <a:p>
          <a:endParaRPr lang="fr-FR"/>
        </a:p>
      </dgm:t>
    </dgm:pt>
    <dgm:pt modelId="{52E02988-64FC-485F-85CD-A36D465DBB49}">
      <dgm:prSet phldrT="[Texte]" phldr="0"/>
      <dgm:spPr/>
      <dgm:t>
        <a:bodyPr/>
        <a:lstStyle/>
        <a:p>
          <a:r>
            <a:rPr lang="fr-FR" dirty="0" err="1"/>
            <a:t>type_voie</a:t>
          </a:r>
          <a:endParaRPr lang="fr-FR" dirty="0"/>
        </a:p>
      </dgm:t>
    </dgm:pt>
    <dgm:pt modelId="{B9C1FFE7-6316-43DE-A236-3DA496589916}" type="parTrans" cxnId="{0D7379B6-41A1-44B8-A6F3-04D5A34DEAE3}">
      <dgm:prSet/>
      <dgm:spPr/>
      <dgm:t>
        <a:bodyPr/>
        <a:lstStyle/>
        <a:p>
          <a:endParaRPr lang="fr-FR"/>
        </a:p>
      </dgm:t>
    </dgm:pt>
    <dgm:pt modelId="{B63FBE21-62F0-46D5-A1C5-0E42B4EEA332}" type="sibTrans" cxnId="{0D7379B6-41A1-44B8-A6F3-04D5A34DEAE3}">
      <dgm:prSet/>
      <dgm:spPr/>
      <dgm:t>
        <a:bodyPr/>
        <a:lstStyle/>
        <a:p>
          <a:endParaRPr lang="fr-FR"/>
        </a:p>
      </dgm:t>
    </dgm:pt>
    <dgm:pt modelId="{FCEFE6C4-5F49-400B-BC76-B25F7F3E62AB}">
      <dgm:prSet phldrT="[Texte]" phldr="0"/>
      <dgm:spPr/>
      <dgm:t>
        <a:bodyPr/>
        <a:lstStyle/>
        <a:p>
          <a:r>
            <a:rPr lang="fr-FR" dirty="0"/>
            <a:t>Voie</a:t>
          </a:r>
        </a:p>
      </dgm:t>
    </dgm:pt>
    <dgm:pt modelId="{CD0B6A74-0B9A-472F-B38E-FB1B15F18E68}" type="parTrans" cxnId="{5ABF3790-7A21-459B-B622-78D6AA6E7680}">
      <dgm:prSet/>
      <dgm:spPr/>
      <dgm:t>
        <a:bodyPr/>
        <a:lstStyle/>
        <a:p>
          <a:endParaRPr lang="fr-FR"/>
        </a:p>
      </dgm:t>
    </dgm:pt>
    <dgm:pt modelId="{CB28369D-C1E2-4A2B-A2E1-FDD650A70039}" type="sibTrans" cxnId="{5ABF3790-7A21-459B-B622-78D6AA6E7680}">
      <dgm:prSet/>
      <dgm:spPr/>
      <dgm:t>
        <a:bodyPr/>
        <a:lstStyle/>
        <a:p>
          <a:endParaRPr lang="fr-FR"/>
        </a:p>
      </dgm:t>
    </dgm:pt>
    <dgm:pt modelId="{B4E02115-F93F-4DD1-A729-7E92F9B398FA}">
      <dgm:prSet phldrT="[Texte]" phldr="0"/>
      <dgm:spPr/>
      <dgm:t>
        <a:bodyPr/>
        <a:lstStyle/>
        <a:p>
          <a:r>
            <a:rPr lang="fr-FR" dirty="0" err="1"/>
            <a:t>id_voie</a:t>
          </a:r>
          <a:endParaRPr lang="fr-FR" dirty="0"/>
        </a:p>
      </dgm:t>
    </dgm:pt>
    <dgm:pt modelId="{23D13BED-08E4-4984-8BCB-D18F8AE31C75}" type="parTrans" cxnId="{BE17912B-749B-49AE-998C-F115457B4811}">
      <dgm:prSet/>
      <dgm:spPr/>
      <dgm:t>
        <a:bodyPr/>
        <a:lstStyle/>
        <a:p>
          <a:endParaRPr lang="fr-FR"/>
        </a:p>
      </dgm:t>
    </dgm:pt>
    <dgm:pt modelId="{B824AB17-6AC2-4E26-8DA0-12C0A02D3BD9}" type="sibTrans" cxnId="{BE17912B-749B-49AE-998C-F115457B4811}">
      <dgm:prSet/>
      <dgm:spPr/>
      <dgm:t>
        <a:bodyPr/>
        <a:lstStyle/>
        <a:p>
          <a:endParaRPr lang="fr-FR"/>
        </a:p>
      </dgm:t>
    </dgm:pt>
    <dgm:pt modelId="{20ABF658-B0AF-481B-8BAE-DB5ED14912A2}">
      <dgm:prSet phldrT="[Texte]" phldr="0"/>
      <dgm:spPr/>
      <dgm:t>
        <a:bodyPr/>
        <a:lstStyle/>
        <a:p>
          <a:r>
            <a:rPr lang="fr-FR" dirty="0" err="1"/>
            <a:t>code_voie</a:t>
          </a:r>
          <a:endParaRPr lang="fr-FR" dirty="0"/>
        </a:p>
      </dgm:t>
    </dgm:pt>
    <dgm:pt modelId="{10BCA6C5-1DA9-4CC8-8B20-7CB0BBFECB61}" type="parTrans" cxnId="{5C5E1641-A520-4C35-AE21-6E827B4AE2B8}">
      <dgm:prSet/>
      <dgm:spPr/>
      <dgm:t>
        <a:bodyPr/>
        <a:lstStyle/>
        <a:p>
          <a:endParaRPr lang="fr-FR"/>
        </a:p>
      </dgm:t>
    </dgm:pt>
    <dgm:pt modelId="{0425173E-A7E8-4F09-8968-202C68C2C009}" type="sibTrans" cxnId="{5C5E1641-A520-4C35-AE21-6E827B4AE2B8}">
      <dgm:prSet/>
      <dgm:spPr/>
      <dgm:t>
        <a:bodyPr/>
        <a:lstStyle/>
        <a:p>
          <a:endParaRPr lang="fr-FR"/>
        </a:p>
      </dgm:t>
    </dgm:pt>
    <dgm:pt modelId="{427EE9AF-A2CF-429F-8DB5-F24A5499798D}">
      <dgm:prSet phldrT="[Texte]" phldr="0"/>
      <dgm:spPr/>
      <dgm:t>
        <a:bodyPr/>
        <a:lstStyle/>
        <a:p>
          <a:r>
            <a:rPr lang="fr-FR" dirty="0"/>
            <a:t>voie</a:t>
          </a:r>
        </a:p>
      </dgm:t>
    </dgm:pt>
    <dgm:pt modelId="{21442303-7928-4350-BB40-8F3A1212C7FE}" type="parTrans" cxnId="{C981EA28-3BBD-4FC5-B9CF-D51BABAFE965}">
      <dgm:prSet/>
      <dgm:spPr/>
      <dgm:t>
        <a:bodyPr/>
        <a:lstStyle/>
        <a:p>
          <a:endParaRPr lang="fr-FR"/>
        </a:p>
      </dgm:t>
    </dgm:pt>
    <dgm:pt modelId="{40DB7597-4117-4CAA-BC7C-5CC4B54EBC4B}" type="sibTrans" cxnId="{C981EA28-3BBD-4FC5-B9CF-D51BABAFE965}">
      <dgm:prSet/>
      <dgm:spPr/>
      <dgm:t>
        <a:bodyPr/>
        <a:lstStyle/>
        <a:p>
          <a:endParaRPr lang="fr-FR"/>
        </a:p>
      </dgm:t>
    </dgm:pt>
    <dgm:pt modelId="{1482866E-7282-4D4D-94D9-D014208BF2E8}">
      <dgm:prSet phldrT="[Texte]" phldr="0"/>
      <dgm:spPr/>
      <dgm:t>
        <a:bodyPr/>
        <a:lstStyle/>
        <a:p>
          <a:r>
            <a:rPr lang="fr-FR" dirty="0"/>
            <a:t>Vente</a:t>
          </a:r>
        </a:p>
      </dgm:t>
    </dgm:pt>
    <dgm:pt modelId="{A13576A4-F081-44BF-A1C0-8CFB16D2138F}" type="parTrans" cxnId="{DC36AA73-32C2-4790-A004-3502C809C72F}">
      <dgm:prSet/>
      <dgm:spPr/>
      <dgm:t>
        <a:bodyPr/>
        <a:lstStyle/>
        <a:p>
          <a:endParaRPr lang="fr-FR"/>
        </a:p>
      </dgm:t>
    </dgm:pt>
    <dgm:pt modelId="{DF320840-3D3A-467C-8E66-3FE88D0DC0B2}" type="sibTrans" cxnId="{DC36AA73-32C2-4790-A004-3502C809C72F}">
      <dgm:prSet/>
      <dgm:spPr/>
      <dgm:t>
        <a:bodyPr/>
        <a:lstStyle/>
        <a:p>
          <a:endParaRPr lang="fr-FR"/>
        </a:p>
      </dgm:t>
    </dgm:pt>
    <dgm:pt modelId="{AF8771C0-699E-4B27-80BB-3125CD16D026}">
      <dgm:prSet phldrT="[Texte]" phldr="0"/>
      <dgm:spPr/>
      <dgm:t>
        <a:bodyPr/>
        <a:lstStyle/>
        <a:p>
          <a:r>
            <a:rPr lang="fr-FR" dirty="0" err="1"/>
            <a:t>date_mutation</a:t>
          </a:r>
          <a:endParaRPr lang="fr-FR" dirty="0"/>
        </a:p>
      </dgm:t>
    </dgm:pt>
    <dgm:pt modelId="{4B38E408-6C4D-47B1-9B4A-44CC20DAB3E5}" type="parTrans" cxnId="{86AA5C09-CAC2-42BD-8284-CB324C3D482E}">
      <dgm:prSet/>
      <dgm:spPr/>
      <dgm:t>
        <a:bodyPr/>
        <a:lstStyle/>
        <a:p>
          <a:endParaRPr lang="fr-FR"/>
        </a:p>
      </dgm:t>
    </dgm:pt>
    <dgm:pt modelId="{39F49AE9-062F-46AD-A86C-3781F11D7DD0}" type="sibTrans" cxnId="{86AA5C09-CAC2-42BD-8284-CB324C3D482E}">
      <dgm:prSet/>
      <dgm:spPr/>
      <dgm:t>
        <a:bodyPr/>
        <a:lstStyle/>
        <a:p>
          <a:endParaRPr lang="fr-FR"/>
        </a:p>
      </dgm:t>
    </dgm:pt>
    <dgm:pt modelId="{272ED4B2-8D07-4058-AEA5-EAAC9E0859BB}">
      <dgm:prSet phldrT="[Texte]" phldr="0"/>
      <dgm:spPr/>
      <dgm:t>
        <a:bodyPr/>
        <a:lstStyle/>
        <a:p>
          <a:r>
            <a:rPr lang="fr-FR" dirty="0" err="1"/>
            <a:t>valeur_fonciere</a:t>
          </a:r>
          <a:endParaRPr lang="fr-FR" dirty="0"/>
        </a:p>
      </dgm:t>
    </dgm:pt>
    <dgm:pt modelId="{DF8D2BA3-EABB-425B-85D9-E69A97200357}" type="parTrans" cxnId="{741ACDFD-2137-4F0F-A76B-85F3037E12CD}">
      <dgm:prSet/>
      <dgm:spPr/>
      <dgm:t>
        <a:bodyPr/>
        <a:lstStyle/>
        <a:p>
          <a:endParaRPr lang="fr-FR"/>
        </a:p>
      </dgm:t>
    </dgm:pt>
    <dgm:pt modelId="{EB12B86B-27F5-4075-9D4F-D6B35700E76F}" type="sibTrans" cxnId="{741ACDFD-2137-4F0F-A76B-85F3037E12CD}">
      <dgm:prSet/>
      <dgm:spPr/>
      <dgm:t>
        <a:bodyPr/>
        <a:lstStyle/>
        <a:p>
          <a:endParaRPr lang="fr-FR"/>
        </a:p>
      </dgm:t>
    </dgm:pt>
    <dgm:pt modelId="{0018EFB1-3E06-4190-90BD-A234DC88332D}">
      <dgm:prSet phldrT="[Texte]" phldr="0"/>
      <dgm:spPr/>
      <dgm:t>
        <a:bodyPr/>
        <a:lstStyle/>
        <a:p>
          <a:r>
            <a:rPr lang="fr-FR"/>
            <a:t>Bien</a:t>
          </a:r>
          <a:endParaRPr lang="fr-FR" dirty="0"/>
        </a:p>
      </dgm:t>
    </dgm:pt>
    <dgm:pt modelId="{C4A2FD6F-90CB-417D-B892-43918A6FB798}" type="parTrans" cxnId="{EA44B380-3B49-44E3-8C07-9ECF3253A44F}">
      <dgm:prSet/>
      <dgm:spPr/>
      <dgm:t>
        <a:bodyPr/>
        <a:lstStyle/>
        <a:p>
          <a:endParaRPr lang="fr-FR"/>
        </a:p>
      </dgm:t>
    </dgm:pt>
    <dgm:pt modelId="{5E067E7B-8393-42AD-88C9-B6FCC0B131BD}" type="sibTrans" cxnId="{EA44B380-3B49-44E3-8C07-9ECF3253A44F}">
      <dgm:prSet/>
      <dgm:spPr/>
      <dgm:t>
        <a:bodyPr/>
        <a:lstStyle/>
        <a:p>
          <a:endParaRPr lang="fr-FR"/>
        </a:p>
      </dgm:t>
    </dgm:pt>
    <dgm:pt modelId="{BD1D2551-EDD4-4447-BAB3-7F8CEAFF7188}">
      <dgm:prSet phldrT="[Texte]" phldr="0"/>
      <dgm:spPr/>
      <dgm:t>
        <a:bodyPr/>
        <a:lstStyle/>
        <a:p>
          <a:r>
            <a:rPr lang="fr-FR" dirty="0" err="1"/>
            <a:t>num_voie</a:t>
          </a:r>
          <a:endParaRPr lang="fr-FR" dirty="0"/>
        </a:p>
      </dgm:t>
    </dgm:pt>
    <dgm:pt modelId="{AB2D6657-E0A2-4E7F-B2F7-49FBF113D7F6}" type="parTrans" cxnId="{74B0E889-502B-4935-A812-B2EAEF8B479C}">
      <dgm:prSet/>
      <dgm:spPr/>
      <dgm:t>
        <a:bodyPr/>
        <a:lstStyle/>
        <a:p>
          <a:endParaRPr lang="fr-FR"/>
        </a:p>
      </dgm:t>
    </dgm:pt>
    <dgm:pt modelId="{5338C1F2-6542-4F5D-A896-E50A2D7B69FC}" type="sibTrans" cxnId="{74B0E889-502B-4935-A812-B2EAEF8B479C}">
      <dgm:prSet/>
      <dgm:spPr/>
      <dgm:t>
        <a:bodyPr/>
        <a:lstStyle/>
        <a:p>
          <a:endParaRPr lang="fr-FR"/>
        </a:p>
      </dgm:t>
    </dgm:pt>
    <dgm:pt modelId="{6080290E-7393-46E2-932C-580DBD604FE5}">
      <dgm:prSet phldrT="[Texte]" phldr="0"/>
      <dgm:spPr/>
      <dgm:t>
        <a:bodyPr/>
        <a:lstStyle/>
        <a:p>
          <a:r>
            <a:rPr lang="fr-FR" dirty="0" err="1"/>
            <a:t>b_t_q</a:t>
          </a:r>
          <a:endParaRPr lang="fr-FR" dirty="0"/>
        </a:p>
      </dgm:t>
    </dgm:pt>
    <dgm:pt modelId="{ECE4839E-4ABA-4186-B4A6-12B1453ACD6E}" type="parTrans" cxnId="{72368595-81DD-43B1-8FDD-78D9841B5791}">
      <dgm:prSet/>
      <dgm:spPr/>
      <dgm:t>
        <a:bodyPr/>
        <a:lstStyle/>
        <a:p>
          <a:endParaRPr lang="fr-FR"/>
        </a:p>
      </dgm:t>
    </dgm:pt>
    <dgm:pt modelId="{91066710-A8C9-4569-9CEE-36B47495F970}" type="sibTrans" cxnId="{72368595-81DD-43B1-8FDD-78D9841B5791}">
      <dgm:prSet/>
      <dgm:spPr/>
      <dgm:t>
        <a:bodyPr/>
        <a:lstStyle/>
        <a:p>
          <a:endParaRPr lang="fr-FR"/>
        </a:p>
      </dgm:t>
    </dgm:pt>
    <dgm:pt modelId="{EB497341-BEFA-40E3-B9AF-E44A96F6C83C}">
      <dgm:prSet phldrT="[Texte]" phldr="0"/>
      <dgm:spPr/>
      <dgm:t>
        <a:bodyPr/>
        <a:lstStyle/>
        <a:p>
          <a:r>
            <a:rPr lang="fr-FR" dirty="0" err="1"/>
            <a:t>code_postal</a:t>
          </a:r>
          <a:endParaRPr lang="fr-FR" dirty="0"/>
        </a:p>
      </dgm:t>
    </dgm:pt>
    <dgm:pt modelId="{137FC8A9-05CA-4A3C-B72D-62EE53EDCA56}" type="parTrans" cxnId="{792AC446-57BD-4260-9C07-5CDBEFCAB584}">
      <dgm:prSet/>
      <dgm:spPr/>
      <dgm:t>
        <a:bodyPr/>
        <a:lstStyle/>
        <a:p>
          <a:endParaRPr lang="fr-FR"/>
        </a:p>
      </dgm:t>
    </dgm:pt>
    <dgm:pt modelId="{85620654-55F4-453D-AED8-009E43F0882A}" type="sibTrans" cxnId="{792AC446-57BD-4260-9C07-5CDBEFCAB584}">
      <dgm:prSet/>
      <dgm:spPr/>
      <dgm:t>
        <a:bodyPr/>
        <a:lstStyle/>
        <a:p>
          <a:endParaRPr lang="fr-FR"/>
        </a:p>
      </dgm:t>
    </dgm:pt>
    <dgm:pt modelId="{DB65F127-4C6D-497F-9B23-61AAA487916D}">
      <dgm:prSet phldrT="[Texte]" phldr="0"/>
      <dgm:spPr/>
      <dgm:t>
        <a:bodyPr/>
        <a:lstStyle/>
        <a:p>
          <a:r>
            <a:rPr lang="fr-FR" dirty="0" err="1"/>
            <a:t>surface_carrez</a:t>
          </a:r>
          <a:endParaRPr lang="fr-FR" dirty="0"/>
        </a:p>
      </dgm:t>
    </dgm:pt>
    <dgm:pt modelId="{2B2FEA94-195A-43F3-8EDD-51395A5F3A60}" type="parTrans" cxnId="{83F7617B-C290-42D6-BE22-48F3D0D14575}">
      <dgm:prSet/>
      <dgm:spPr/>
      <dgm:t>
        <a:bodyPr/>
        <a:lstStyle/>
        <a:p>
          <a:endParaRPr lang="fr-FR"/>
        </a:p>
      </dgm:t>
    </dgm:pt>
    <dgm:pt modelId="{94430286-9752-4B64-BE31-C7F27088CFFA}" type="sibTrans" cxnId="{83F7617B-C290-42D6-BE22-48F3D0D14575}">
      <dgm:prSet/>
      <dgm:spPr/>
      <dgm:t>
        <a:bodyPr/>
        <a:lstStyle/>
        <a:p>
          <a:endParaRPr lang="fr-FR"/>
        </a:p>
      </dgm:t>
    </dgm:pt>
    <dgm:pt modelId="{30C6863B-9818-4D41-97C7-70E71E95B991}">
      <dgm:prSet phldrT="[Texte]" phldr="0"/>
      <dgm:spPr/>
      <dgm:t>
        <a:bodyPr/>
        <a:lstStyle/>
        <a:p>
          <a:r>
            <a:rPr lang="fr-FR" dirty="0" err="1"/>
            <a:t>surface_réelle</a:t>
          </a:r>
          <a:endParaRPr lang="fr-FR" dirty="0"/>
        </a:p>
      </dgm:t>
    </dgm:pt>
    <dgm:pt modelId="{410B789B-CE2A-4267-9392-B57EF230BE8A}" type="parTrans" cxnId="{BE82B08E-79D3-4A7C-8D36-EAA632953795}">
      <dgm:prSet/>
      <dgm:spPr/>
      <dgm:t>
        <a:bodyPr/>
        <a:lstStyle/>
        <a:p>
          <a:endParaRPr lang="fr-FR"/>
        </a:p>
      </dgm:t>
    </dgm:pt>
    <dgm:pt modelId="{ED7FE330-539C-42E3-AFF0-4049904B2642}" type="sibTrans" cxnId="{BE82B08E-79D3-4A7C-8D36-EAA632953795}">
      <dgm:prSet/>
      <dgm:spPr/>
      <dgm:t>
        <a:bodyPr/>
        <a:lstStyle/>
        <a:p>
          <a:endParaRPr lang="fr-FR"/>
        </a:p>
      </dgm:t>
    </dgm:pt>
    <dgm:pt modelId="{11608CC5-484C-4C4F-9D8E-19AE2A678CF7}">
      <dgm:prSet phldrT="[Texte]" phldr="0"/>
      <dgm:spPr/>
      <dgm:t>
        <a:bodyPr/>
        <a:lstStyle/>
        <a:p>
          <a:r>
            <a:rPr lang="fr-FR" dirty="0" err="1"/>
            <a:t>nb_pieces</a:t>
          </a:r>
          <a:endParaRPr lang="fr-FR" dirty="0"/>
        </a:p>
      </dgm:t>
    </dgm:pt>
    <dgm:pt modelId="{08C45601-A18B-4B34-98C0-381EDC478239}" type="parTrans" cxnId="{3B28749C-1F6C-46C1-8BD0-8B3A77C97841}">
      <dgm:prSet/>
      <dgm:spPr/>
      <dgm:t>
        <a:bodyPr/>
        <a:lstStyle/>
        <a:p>
          <a:endParaRPr lang="fr-FR"/>
        </a:p>
      </dgm:t>
    </dgm:pt>
    <dgm:pt modelId="{0E76F787-0F93-455E-B647-B102BE16380A}" type="sibTrans" cxnId="{3B28749C-1F6C-46C1-8BD0-8B3A77C97841}">
      <dgm:prSet/>
      <dgm:spPr/>
      <dgm:t>
        <a:bodyPr/>
        <a:lstStyle/>
        <a:p>
          <a:endParaRPr lang="fr-FR"/>
        </a:p>
      </dgm:t>
    </dgm:pt>
    <dgm:pt modelId="{D1E99CD8-D5EB-47EC-B9FD-7D30C4C392F4}">
      <dgm:prSet phldrT="[Texte]" phldr="0"/>
      <dgm:spPr/>
      <dgm:t>
        <a:bodyPr/>
        <a:lstStyle/>
        <a:p>
          <a:r>
            <a:rPr lang="fr-FR"/>
            <a:t>id_bien</a:t>
          </a:r>
          <a:endParaRPr lang="fr-FR" dirty="0"/>
        </a:p>
      </dgm:t>
    </dgm:pt>
    <dgm:pt modelId="{1258B095-5CA0-43D6-B395-C4B7D0EA5785}" type="parTrans" cxnId="{8EBD34FA-3E0A-4F1B-A5D3-E4EEBE97084D}">
      <dgm:prSet/>
      <dgm:spPr/>
      <dgm:t>
        <a:bodyPr/>
        <a:lstStyle/>
        <a:p>
          <a:endParaRPr lang="fr-FR"/>
        </a:p>
      </dgm:t>
    </dgm:pt>
    <dgm:pt modelId="{ECBB2412-4025-496D-B4BF-CB1B390B5BDE}" type="sibTrans" cxnId="{8EBD34FA-3E0A-4F1B-A5D3-E4EEBE97084D}">
      <dgm:prSet/>
      <dgm:spPr/>
      <dgm:t>
        <a:bodyPr/>
        <a:lstStyle/>
        <a:p>
          <a:endParaRPr lang="fr-FR"/>
        </a:p>
      </dgm:t>
    </dgm:pt>
    <dgm:pt modelId="{46AB5566-802B-412D-8780-EB3A49EC2C9C}" type="pres">
      <dgm:prSet presAssocID="{D07CE95C-73C0-4042-8B75-FE3FC3339717}" presName="Name0" presStyleCnt="0">
        <dgm:presLayoutVars>
          <dgm:dir/>
          <dgm:resizeHandles val="exact"/>
        </dgm:presLayoutVars>
      </dgm:prSet>
      <dgm:spPr/>
    </dgm:pt>
    <dgm:pt modelId="{CABBF111-D491-492A-94B0-6DEF6378A78B}" type="pres">
      <dgm:prSet presAssocID="{1D17341E-B8F2-411E-942E-AE54EAE8F03E}" presName="node" presStyleLbl="node1" presStyleIdx="0" presStyleCnt="5">
        <dgm:presLayoutVars>
          <dgm:bulletEnabled val="1"/>
        </dgm:presLayoutVars>
      </dgm:prSet>
      <dgm:spPr/>
    </dgm:pt>
    <dgm:pt modelId="{F0ABC5B3-B92E-455E-B95A-2E02C09F51F9}" type="pres">
      <dgm:prSet presAssocID="{9EFA72BF-FC5E-40B8-A08D-54928BBB5A10}" presName="sibTrans" presStyleCnt="0"/>
      <dgm:spPr/>
    </dgm:pt>
    <dgm:pt modelId="{64DEF76C-6465-4395-9C8F-0A55F7AF22F9}" type="pres">
      <dgm:prSet presAssocID="{65F198FB-803A-4BD7-B823-0836DA52E86C}" presName="node" presStyleLbl="node1" presStyleIdx="1" presStyleCnt="5">
        <dgm:presLayoutVars>
          <dgm:bulletEnabled val="1"/>
        </dgm:presLayoutVars>
      </dgm:prSet>
      <dgm:spPr/>
    </dgm:pt>
    <dgm:pt modelId="{C4D35F5F-6D68-4400-A7AC-787C6DDA2474}" type="pres">
      <dgm:prSet presAssocID="{0D64C57E-A751-4672-B1E6-5BBC405AB404}" presName="sibTrans" presStyleCnt="0"/>
      <dgm:spPr/>
    </dgm:pt>
    <dgm:pt modelId="{4A290489-034E-4A19-9948-E5DB404060BD}" type="pres">
      <dgm:prSet presAssocID="{FCEFE6C4-5F49-400B-BC76-B25F7F3E62AB}" presName="node" presStyleLbl="node1" presStyleIdx="2" presStyleCnt="5" custLinFactNeighborX="1" custLinFactNeighborY="-53199">
        <dgm:presLayoutVars>
          <dgm:bulletEnabled val="1"/>
        </dgm:presLayoutVars>
      </dgm:prSet>
      <dgm:spPr/>
    </dgm:pt>
    <dgm:pt modelId="{61D0260E-190C-4661-B6B3-BC55CCED8ABE}" type="pres">
      <dgm:prSet presAssocID="{CB28369D-C1E2-4A2B-A2E1-FDD650A70039}" presName="sibTrans" presStyleCnt="0"/>
      <dgm:spPr/>
    </dgm:pt>
    <dgm:pt modelId="{8051B01D-C4B9-46EB-8969-69D31F120CE5}" type="pres">
      <dgm:prSet presAssocID="{1482866E-7282-4D4D-94D9-D014208BF2E8}" presName="node" presStyleLbl="node1" presStyleIdx="3" presStyleCnt="5">
        <dgm:presLayoutVars>
          <dgm:bulletEnabled val="1"/>
        </dgm:presLayoutVars>
      </dgm:prSet>
      <dgm:spPr/>
    </dgm:pt>
    <dgm:pt modelId="{5E667EB7-F72C-4E90-B410-69C38ABC3DA2}" type="pres">
      <dgm:prSet presAssocID="{DF320840-3D3A-467C-8E66-3FE88D0DC0B2}" presName="sibTrans" presStyleCnt="0"/>
      <dgm:spPr/>
    </dgm:pt>
    <dgm:pt modelId="{1919E3A9-A403-49EE-86B4-AB03B2AB6CD8}" type="pres">
      <dgm:prSet presAssocID="{0018EFB1-3E06-4190-90BD-A234DC88332D}" presName="node" presStyleLbl="node1" presStyleIdx="4" presStyleCnt="5">
        <dgm:presLayoutVars>
          <dgm:bulletEnabled val="1"/>
        </dgm:presLayoutVars>
      </dgm:prSet>
      <dgm:spPr/>
    </dgm:pt>
  </dgm:ptLst>
  <dgm:cxnLst>
    <dgm:cxn modelId="{8534CD04-98D2-432E-A2B2-1D8A51894BCE}" type="presOf" srcId="{D1E99CD8-D5EB-47EC-B9FD-7D30C4C392F4}" destId="{1919E3A9-A403-49EE-86B4-AB03B2AB6CD8}" srcOrd="0" destOrd="1" presId="urn:microsoft.com/office/officeart/2005/8/layout/hList6"/>
    <dgm:cxn modelId="{86AA5C09-CAC2-42BD-8284-CB324C3D482E}" srcId="{1482866E-7282-4D4D-94D9-D014208BF2E8}" destId="{AF8771C0-699E-4B27-80BB-3125CD16D026}" srcOrd="0" destOrd="0" parTransId="{4B38E408-6C4D-47B1-9B4A-44CC20DAB3E5}" sibTransId="{39F49AE9-062F-46AD-A86C-3781F11D7DD0}"/>
    <dgm:cxn modelId="{3E357C1C-4C26-48A7-8D85-7DAF52F57709}" type="presOf" srcId="{B4E02115-F93F-4DD1-A729-7E92F9B398FA}" destId="{4A290489-034E-4A19-9948-E5DB404060BD}" srcOrd="0" destOrd="1" presId="urn:microsoft.com/office/officeart/2005/8/layout/hList6"/>
    <dgm:cxn modelId="{C981EA28-3BBD-4FC5-B9CF-D51BABAFE965}" srcId="{FCEFE6C4-5F49-400B-BC76-B25F7F3E62AB}" destId="{427EE9AF-A2CF-429F-8DB5-F24A5499798D}" srcOrd="2" destOrd="0" parTransId="{21442303-7928-4350-BB40-8F3A1212C7FE}" sibTransId="{40DB7597-4117-4CAA-BC7C-5CC4B54EBC4B}"/>
    <dgm:cxn modelId="{BE17912B-749B-49AE-998C-F115457B4811}" srcId="{FCEFE6C4-5F49-400B-BC76-B25F7F3E62AB}" destId="{B4E02115-F93F-4DD1-A729-7E92F9B398FA}" srcOrd="0" destOrd="0" parTransId="{23D13BED-08E4-4984-8BCB-D18F8AE31C75}" sibTransId="{B824AB17-6AC2-4E26-8DA0-12C0A02D3BD9}"/>
    <dgm:cxn modelId="{9B53592E-D704-4955-88B5-B7E10309089D}" type="presOf" srcId="{EB497341-BEFA-40E3-B9AF-E44A96F6C83C}" destId="{1919E3A9-A403-49EE-86B4-AB03B2AB6CD8}" srcOrd="0" destOrd="4" presId="urn:microsoft.com/office/officeart/2005/8/layout/hList6"/>
    <dgm:cxn modelId="{1884AA3F-97E6-4A53-9295-300DF2F31513}" type="presOf" srcId="{20ABF658-B0AF-481B-8BAE-DB5ED14912A2}" destId="{4A290489-034E-4A19-9948-E5DB404060BD}" srcOrd="0" destOrd="2" presId="urn:microsoft.com/office/officeart/2005/8/layout/hList6"/>
    <dgm:cxn modelId="{B5D5625F-889C-4C4B-B091-6E41762B1E3C}" srcId="{D07CE95C-73C0-4042-8B75-FE3FC3339717}" destId="{65F198FB-803A-4BD7-B823-0836DA52E86C}" srcOrd="1" destOrd="0" parTransId="{ECF93EEC-BEC0-4B07-AF35-4681C8757D1B}" sibTransId="{0D64C57E-A751-4672-B1E6-5BBC405AB404}"/>
    <dgm:cxn modelId="{5C5E1641-A520-4C35-AE21-6E827B4AE2B8}" srcId="{FCEFE6C4-5F49-400B-BC76-B25F7F3E62AB}" destId="{20ABF658-B0AF-481B-8BAE-DB5ED14912A2}" srcOrd="1" destOrd="0" parTransId="{10BCA6C5-1DA9-4CC8-8B20-7CB0BBFECB61}" sibTransId="{0425173E-A7E8-4F09-8968-202C68C2C009}"/>
    <dgm:cxn modelId="{792AC446-57BD-4260-9C07-5CDBEFCAB584}" srcId="{0018EFB1-3E06-4190-90BD-A234DC88332D}" destId="{EB497341-BEFA-40E3-B9AF-E44A96F6C83C}" srcOrd="3" destOrd="0" parTransId="{137FC8A9-05CA-4A3C-B72D-62EE53EDCA56}" sibTransId="{85620654-55F4-453D-AED8-009E43F0882A}"/>
    <dgm:cxn modelId="{C9EA0E67-9ACE-479F-BBD8-21B332BD9C68}" type="presOf" srcId="{FCEFE6C4-5F49-400B-BC76-B25F7F3E62AB}" destId="{4A290489-034E-4A19-9948-E5DB404060BD}" srcOrd="0" destOrd="0" presId="urn:microsoft.com/office/officeart/2005/8/layout/hList6"/>
    <dgm:cxn modelId="{0C4EFF4A-92FF-4FEE-929E-95F08CCD1E65}" type="presOf" srcId="{52E02988-64FC-485F-85CD-A36D465DBB49}" destId="{64DEF76C-6465-4395-9C8F-0A55F7AF22F9}" srcOrd="0" destOrd="2" presId="urn:microsoft.com/office/officeart/2005/8/layout/hList6"/>
    <dgm:cxn modelId="{5640896B-2379-4907-BB8C-BBAB1C99C4AC}" type="presOf" srcId="{272ED4B2-8D07-4058-AEA5-EAAC9E0859BB}" destId="{8051B01D-C4B9-46EB-8969-69D31F120CE5}" srcOrd="0" destOrd="2" presId="urn:microsoft.com/office/officeart/2005/8/layout/hList6"/>
    <dgm:cxn modelId="{8A04684F-C1A0-40B8-B719-3B9E7815258E}" type="presOf" srcId="{5DA4D1E5-8295-4EF0-9BB1-BE00727D5B7B}" destId="{64DEF76C-6465-4395-9C8F-0A55F7AF22F9}" srcOrd="0" destOrd="1" presId="urn:microsoft.com/office/officeart/2005/8/layout/hList6"/>
    <dgm:cxn modelId="{DC36AA73-32C2-4790-A004-3502C809C72F}" srcId="{D07CE95C-73C0-4042-8B75-FE3FC3339717}" destId="{1482866E-7282-4D4D-94D9-D014208BF2E8}" srcOrd="3" destOrd="0" parTransId="{A13576A4-F081-44BF-A1C0-8CFB16D2138F}" sibTransId="{DF320840-3D3A-467C-8E66-3FE88D0DC0B2}"/>
    <dgm:cxn modelId="{755A8754-530A-49FA-BED9-6DEFF57786FD}" type="presOf" srcId="{D07CE95C-73C0-4042-8B75-FE3FC3339717}" destId="{46AB5566-802B-412D-8780-EB3A49EC2C9C}" srcOrd="0" destOrd="0" presId="urn:microsoft.com/office/officeart/2005/8/layout/hList6"/>
    <dgm:cxn modelId="{D2062777-99D9-4509-B031-70613642A45B}" srcId="{65F198FB-803A-4BD7-B823-0836DA52E86C}" destId="{5DA4D1E5-8295-4EF0-9BB1-BE00727D5B7B}" srcOrd="0" destOrd="0" parTransId="{3756FCF0-2031-4534-9DDF-C0F3BE2C8698}" sibTransId="{2559F547-33EB-4A29-8A79-4B8ACD29AEA6}"/>
    <dgm:cxn modelId="{768DB777-351B-494A-94B7-92A61B2379FC}" srcId="{1D17341E-B8F2-411E-942E-AE54EAE8F03E}" destId="{427B02ED-3F6A-473D-8ABB-027CBA519159}" srcOrd="0" destOrd="0" parTransId="{F1C9400A-5161-495E-9244-F2BC961560E7}" sibTransId="{6ECF3D72-CB51-4E4E-8555-B12A0A7E4FD1}"/>
    <dgm:cxn modelId="{543C2E78-8F1C-4B3E-A0A4-806219F97EC9}" type="presOf" srcId="{65F198FB-803A-4BD7-B823-0836DA52E86C}" destId="{64DEF76C-6465-4395-9C8F-0A55F7AF22F9}" srcOrd="0" destOrd="0" presId="urn:microsoft.com/office/officeart/2005/8/layout/hList6"/>
    <dgm:cxn modelId="{83F7617B-C290-42D6-BE22-48F3D0D14575}" srcId="{0018EFB1-3E06-4190-90BD-A234DC88332D}" destId="{DB65F127-4C6D-497F-9B23-61AAA487916D}" srcOrd="4" destOrd="0" parTransId="{2B2FEA94-195A-43F3-8EDD-51395A5F3A60}" sibTransId="{94430286-9752-4B64-BE31-C7F27088CFFA}"/>
    <dgm:cxn modelId="{EA44B380-3B49-44E3-8C07-9ECF3253A44F}" srcId="{D07CE95C-73C0-4042-8B75-FE3FC3339717}" destId="{0018EFB1-3E06-4190-90BD-A234DC88332D}" srcOrd="4" destOrd="0" parTransId="{C4A2FD6F-90CB-417D-B892-43918A6FB798}" sibTransId="{5E067E7B-8393-42AD-88C9-B6FCC0B131BD}"/>
    <dgm:cxn modelId="{74B0E889-502B-4935-A812-B2EAEF8B479C}" srcId="{0018EFB1-3E06-4190-90BD-A234DC88332D}" destId="{BD1D2551-EDD4-4447-BAB3-7F8CEAFF7188}" srcOrd="1" destOrd="0" parTransId="{AB2D6657-E0A2-4E7F-B2F7-49FBF113D7F6}" sibTransId="{5338C1F2-6542-4F5D-A896-E50A2D7B69FC}"/>
    <dgm:cxn modelId="{BE82B08E-79D3-4A7C-8D36-EAA632953795}" srcId="{0018EFB1-3E06-4190-90BD-A234DC88332D}" destId="{30C6863B-9818-4D41-97C7-70E71E95B991}" srcOrd="5" destOrd="0" parTransId="{410B789B-CE2A-4267-9392-B57EF230BE8A}" sibTransId="{ED7FE330-539C-42E3-AFF0-4049904B2642}"/>
    <dgm:cxn modelId="{5ABF3790-7A21-459B-B622-78D6AA6E7680}" srcId="{D07CE95C-73C0-4042-8B75-FE3FC3339717}" destId="{FCEFE6C4-5F49-400B-BC76-B25F7F3E62AB}" srcOrd="2" destOrd="0" parTransId="{CD0B6A74-0B9A-472F-B38E-FB1B15F18E68}" sibTransId="{CB28369D-C1E2-4A2B-A2E1-FDD650A70039}"/>
    <dgm:cxn modelId="{72368595-81DD-43B1-8FDD-78D9841B5791}" srcId="{0018EFB1-3E06-4190-90BD-A234DC88332D}" destId="{6080290E-7393-46E2-932C-580DBD604FE5}" srcOrd="2" destOrd="0" parTransId="{ECE4839E-4ABA-4186-B4A6-12B1453ACD6E}" sibTransId="{91066710-A8C9-4569-9CEE-36B47495F970}"/>
    <dgm:cxn modelId="{3B28749C-1F6C-46C1-8BD0-8B3A77C97841}" srcId="{0018EFB1-3E06-4190-90BD-A234DC88332D}" destId="{11608CC5-484C-4C4F-9D8E-19AE2A678CF7}" srcOrd="6" destOrd="0" parTransId="{08C45601-A18B-4B34-98C0-381EDC478239}" sibTransId="{0E76F787-0F93-455E-B647-B102BE16380A}"/>
    <dgm:cxn modelId="{6062C1A0-54F1-41F1-8F17-E4CC3A99CBC4}" type="presOf" srcId="{1D17341E-B8F2-411E-942E-AE54EAE8F03E}" destId="{CABBF111-D491-492A-94B0-6DEF6378A78B}" srcOrd="0" destOrd="0" presId="urn:microsoft.com/office/officeart/2005/8/layout/hList6"/>
    <dgm:cxn modelId="{0D7379B6-41A1-44B8-A6F3-04D5A34DEAE3}" srcId="{65F198FB-803A-4BD7-B823-0836DA52E86C}" destId="{52E02988-64FC-485F-85CD-A36D465DBB49}" srcOrd="1" destOrd="0" parTransId="{B9C1FFE7-6316-43DE-A236-3DA496589916}" sibTransId="{B63FBE21-62F0-46D5-A1C5-0E42B4EEA332}"/>
    <dgm:cxn modelId="{50F0D0B6-1F2E-4BBB-96E5-66FA8A4D2937}" srcId="{D07CE95C-73C0-4042-8B75-FE3FC3339717}" destId="{1D17341E-B8F2-411E-942E-AE54EAE8F03E}" srcOrd="0" destOrd="0" parTransId="{B621400A-E22F-4F4E-9E4B-5E0265B34203}" sibTransId="{9EFA72BF-FC5E-40B8-A08D-54928BBB5A10}"/>
    <dgm:cxn modelId="{4B9A87B7-6C68-4FBE-AD43-5F39CCB46578}" type="presOf" srcId="{427B02ED-3F6A-473D-8ABB-027CBA519159}" destId="{CABBF111-D491-492A-94B0-6DEF6378A78B}" srcOrd="0" destOrd="1" presId="urn:microsoft.com/office/officeart/2005/8/layout/hList6"/>
    <dgm:cxn modelId="{527AD9BA-61E7-4253-88FA-F60A2E8B6FA6}" type="presOf" srcId="{709AD94F-D81A-4144-8BA1-6A591B5557DB}" destId="{CABBF111-D491-492A-94B0-6DEF6378A78B}" srcOrd="0" destOrd="2" presId="urn:microsoft.com/office/officeart/2005/8/layout/hList6"/>
    <dgm:cxn modelId="{CC3E21BB-FAE1-47B4-80B1-EF3E0D3B4A72}" type="presOf" srcId="{11608CC5-484C-4C4F-9D8E-19AE2A678CF7}" destId="{1919E3A9-A403-49EE-86B4-AB03B2AB6CD8}" srcOrd="0" destOrd="7" presId="urn:microsoft.com/office/officeart/2005/8/layout/hList6"/>
    <dgm:cxn modelId="{F57250BE-AF55-426B-8CE8-E708B7C7886B}" type="presOf" srcId="{BD1D2551-EDD4-4447-BAB3-7F8CEAFF7188}" destId="{1919E3A9-A403-49EE-86B4-AB03B2AB6CD8}" srcOrd="0" destOrd="2" presId="urn:microsoft.com/office/officeart/2005/8/layout/hList6"/>
    <dgm:cxn modelId="{44BCC5C0-4270-4688-B98A-E98A5B36EB12}" type="presOf" srcId="{427EE9AF-A2CF-429F-8DB5-F24A5499798D}" destId="{4A290489-034E-4A19-9948-E5DB404060BD}" srcOrd="0" destOrd="3" presId="urn:microsoft.com/office/officeart/2005/8/layout/hList6"/>
    <dgm:cxn modelId="{532134CD-9930-4318-B228-307FC38D93B4}" srcId="{1D17341E-B8F2-411E-942E-AE54EAE8F03E}" destId="{709AD94F-D81A-4144-8BA1-6A591B5557DB}" srcOrd="1" destOrd="0" parTransId="{BFF1BCA1-F825-4CE7-9706-D63B869EFF66}" sibTransId="{679A1E89-79F8-409D-8E9C-8069E48A288F}"/>
    <dgm:cxn modelId="{5792C2D8-CF86-4670-9008-21A1ADAC5760}" type="presOf" srcId="{DB65F127-4C6D-497F-9B23-61AAA487916D}" destId="{1919E3A9-A403-49EE-86B4-AB03B2AB6CD8}" srcOrd="0" destOrd="5" presId="urn:microsoft.com/office/officeart/2005/8/layout/hList6"/>
    <dgm:cxn modelId="{9A5499DE-05F9-4D03-9407-835F2B827AE9}" type="presOf" srcId="{AF8771C0-699E-4B27-80BB-3125CD16D026}" destId="{8051B01D-C4B9-46EB-8969-69D31F120CE5}" srcOrd="0" destOrd="1" presId="urn:microsoft.com/office/officeart/2005/8/layout/hList6"/>
    <dgm:cxn modelId="{0831BCDE-9F99-434E-8F52-004F1C8963E7}" type="presOf" srcId="{1482866E-7282-4D4D-94D9-D014208BF2E8}" destId="{8051B01D-C4B9-46EB-8969-69D31F120CE5}" srcOrd="0" destOrd="0" presId="urn:microsoft.com/office/officeart/2005/8/layout/hList6"/>
    <dgm:cxn modelId="{C4CFB5E8-7DD3-4D86-9B07-1E7CFE2F2441}" type="presOf" srcId="{6080290E-7393-46E2-932C-580DBD604FE5}" destId="{1919E3A9-A403-49EE-86B4-AB03B2AB6CD8}" srcOrd="0" destOrd="3" presId="urn:microsoft.com/office/officeart/2005/8/layout/hList6"/>
    <dgm:cxn modelId="{72FC07EE-F29B-4DC3-B6DD-0624752AB216}" type="presOf" srcId="{30C6863B-9818-4D41-97C7-70E71E95B991}" destId="{1919E3A9-A403-49EE-86B4-AB03B2AB6CD8}" srcOrd="0" destOrd="6" presId="urn:microsoft.com/office/officeart/2005/8/layout/hList6"/>
    <dgm:cxn modelId="{019C77F8-29E7-4C3B-81A6-42FE844C1597}" type="presOf" srcId="{0018EFB1-3E06-4190-90BD-A234DC88332D}" destId="{1919E3A9-A403-49EE-86B4-AB03B2AB6CD8}" srcOrd="0" destOrd="0" presId="urn:microsoft.com/office/officeart/2005/8/layout/hList6"/>
    <dgm:cxn modelId="{8EBD34FA-3E0A-4F1B-A5D3-E4EEBE97084D}" srcId="{0018EFB1-3E06-4190-90BD-A234DC88332D}" destId="{D1E99CD8-D5EB-47EC-B9FD-7D30C4C392F4}" srcOrd="0" destOrd="0" parTransId="{1258B095-5CA0-43D6-B395-C4B7D0EA5785}" sibTransId="{ECBB2412-4025-496D-B4BF-CB1B390B5BDE}"/>
    <dgm:cxn modelId="{741ACDFD-2137-4F0F-A76B-85F3037E12CD}" srcId="{1482866E-7282-4D4D-94D9-D014208BF2E8}" destId="{272ED4B2-8D07-4058-AEA5-EAAC9E0859BB}" srcOrd="1" destOrd="0" parTransId="{DF8D2BA3-EABB-425B-85D9-E69A97200357}" sibTransId="{EB12B86B-27F5-4075-9D4F-D6B35700E76F}"/>
    <dgm:cxn modelId="{6DE016F3-A42C-41FB-99E1-D22110E3D707}" type="presParOf" srcId="{46AB5566-802B-412D-8780-EB3A49EC2C9C}" destId="{CABBF111-D491-492A-94B0-6DEF6378A78B}" srcOrd="0" destOrd="0" presId="urn:microsoft.com/office/officeart/2005/8/layout/hList6"/>
    <dgm:cxn modelId="{BFA2A896-5203-4EA1-9EEA-C88A9184CD3A}" type="presParOf" srcId="{46AB5566-802B-412D-8780-EB3A49EC2C9C}" destId="{F0ABC5B3-B92E-455E-B95A-2E02C09F51F9}" srcOrd="1" destOrd="0" presId="urn:microsoft.com/office/officeart/2005/8/layout/hList6"/>
    <dgm:cxn modelId="{988CCC28-AF55-44AF-95BC-207988DC644A}" type="presParOf" srcId="{46AB5566-802B-412D-8780-EB3A49EC2C9C}" destId="{64DEF76C-6465-4395-9C8F-0A55F7AF22F9}" srcOrd="2" destOrd="0" presId="urn:microsoft.com/office/officeart/2005/8/layout/hList6"/>
    <dgm:cxn modelId="{69EFD640-2608-4BFA-A1AB-02EF7C30B6B3}" type="presParOf" srcId="{46AB5566-802B-412D-8780-EB3A49EC2C9C}" destId="{C4D35F5F-6D68-4400-A7AC-787C6DDA2474}" srcOrd="3" destOrd="0" presId="urn:microsoft.com/office/officeart/2005/8/layout/hList6"/>
    <dgm:cxn modelId="{3A8CB5D8-2773-457A-8852-F7D5260D077B}" type="presParOf" srcId="{46AB5566-802B-412D-8780-EB3A49EC2C9C}" destId="{4A290489-034E-4A19-9948-E5DB404060BD}" srcOrd="4" destOrd="0" presId="urn:microsoft.com/office/officeart/2005/8/layout/hList6"/>
    <dgm:cxn modelId="{76200FFA-1F6A-4B3E-BD10-D24CA235D872}" type="presParOf" srcId="{46AB5566-802B-412D-8780-EB3A49EC2C9C}" destId="{61D0260E-190C-4661-B6B3-BC55CCED8ABE}" srcOrd="5" destOrd="0" presId="urn:microsoft.com/office/officeart/2005/8/layout/hList6"/>
    <dgm:cxn modelId="{C7EB0C11-2E91-4C14-AE8A-05760B102F4F}" type="presParOf" srcId="{46AB5566-802B-412D-8780-EB3A49EC2C9C}" destId="{8051B01D-C4B9-46EB-8969-69D31F120CE5}" srcOrd="6" destOrd="0" presId="urn:microsoft.com/office/officeart/2005/8/layout/hList6"/>
    <dgm:cxn modelId="{9A08FC4B-8A74-4AA5-BE36-F6BF4474B175}" type="presParOf" srcId="{46AB5566-802B-412D-8780-EB3A49EC2C9C}" destId="{5E667EB7-F72C-4E90-B410-69C38ABC3DA2}" srcOrd="7" destOrd="0" presId="urn:microsoft.com/office/officeart/2005/8/layout/hList6"/>
    <dgm:cxn modelId="{97BD137D-03E8-4002-8848-D5118E530C5B}" type="presParOf" srcId="{46AB5566-802B-412D-8780-EB3A49EC2C9C}" destId="{1919E3A9-A403-49EE-86B4-AB03B2AB6CD8}" srcOrd="8"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50389B9-C445-420C-8B7F-4B4885FE5A8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fr-FR"/>
        </a:p>
      </dgm:t>
    </dgm:pt>
    <dgm:pt modelId="{B18E4035-3F51-47A9-BE3F-F67100C183FB}">
      <dgm:prSet phldrT="[Texte]" phldr="0"/>
      <dgm:spPr/>
      <dgm:t>
        <a:bodyPr/>
        <a:lstStyle/>
        <a:p>
          <a:r>
            <a:rPr lang="fr-FR" dirty="0"/>
            <a:t>DVF</a:t>
          </a:r>
        </a:p>
      </dgm:t>
    </dgm:pt>
    <dgm:pt modelId="{EE5D9FC4-1A91-4370-A47D-5CAEB034D382}" type="parTrans" cxnId="{8903F867-193A-4CF0-A412-2988715C53EA}">
      <dgm:prSet/>
      <dgm:spPr/>
      <dgm:t>
        <a:bodyPr/>
        <a:lstStyle/>
        <a:p>
          <a:endParaRPr lang="fr-FR"/>
        </a:p>
      </dgm:t>
    </dgm:pt>
    <dgm:pt modelId="{C4CC479F-19C7-4A36-BCB9-4A88C2F1BBAA}" type="sibTrans" cxnId="{8903F867-193A-4CF0-A412-2988715C53EA}">
      <dgm:prSet/>
      <dgm:spPr/>
      <dgm:t>
        <a:bodyPr/>
        <a:lstStyle/>
        <a:p>
          <a:endParaRPr lang="fr-FR"/>
        </a:p>
      </dgm:t>
    </dgm:pt>
    <dgm:pt modelId="{6F9D042E-03C2-4AE6-9C3C-1A375D54C19B}" type="asst">
      <dgm:prSet phldrT="[Texte]" phldr="0"/>
      <dgm:spPr/>
      <dgm:t>
        <a:bodyPr/>
        <a:lstStyle/>
        <a:p>
          <a:r>
            <a:rPr lang="fr-FR" dirty="0"/>
            <a:t>Récupération des colonnes contentant l’adresse des biens et les caractéristiques des biens</a:t>
          </a:r>
        </a:p>
      </dgm:t>
    </dgm:pt>
    <dgm:pt modelId="{1586BCC8-0F84-4913-87E9-C37E6DC1A624}" type="parTrans" cxnId="{9F489F89-BF1A-48A4-9C60-AC74219E6CF5}">
      <dgm:prSet/>
      <dgm:spPr/>
      <dgm:t>
        <a:bodyPr/>
        <a:lstStyle/>
        <a:p>
          <a:endParaRPr lang="fr-FR"/>
        </a:p>
      </dgm:t>
    </dgm:pt>
    <dgm:pt modelId="{7A53C18A-7760-4010-B775-8605AA475D79}" type="sibTrans" cxnId="{9F489F89-BF1A-48A4-9C60-AC74219E6CF5}">
      <dgm:prSet/>
      <dgm:spPr/>
      <dgm:t>
        <a:bodyPr/>
        <a:lstStyle/>
        <a:p>
          <a:endParaRPr lang="fr-FR"/>
        </a:p>
      </dgm:t>
    </dgm:pt>
    <dgm:pt modelId="{E1F98D6E-F780-4884-A882-3A47D91D2D91}">
      <dgm:prSet phldrT="[Texte]" phldr="0"/>
      <dgm:spPr/>
      <dgm:t>
        <a:bodyPr/>
        <a:lstStyle/>
        <a:p>
          <a:r>
            <a:rPr lang="fr-FR" dirty="0"/>
            <a:t>Regroupement des colonnes </a:t>
          </a:r>
          <a:r>
            <a:rPr lang="fr-FR" dirty="0" err="1"/>
            <a:t>code_type_local</a:t>
          </a:r>
          <a:r>
            <a:rPr lang="fr-FR" dirty="0"/>
            <a:t> et </a:t>
          </a:r>
          <a:r>
            <a:rPr lang="fr-FR" dirty="0" err="1"/>
            <a:t>type_local</a:t>
          </a:r>
          <a:endParaRPr lang="fr-FR" dirty="0"/>
        </a:p>
      </dgm:t>
    </dgm:pt>
    <dgm:pt modelId="{9679DFF6-9817-4E5F-B7D9-D924F367E70E}" type="parTrans" cxnId="{11294E30-7D5E-4339-BE88-4C61D57F68B0}">
      <dgm:prSet/>
      <dgm:spPr/>
      <dgm:t>
        <a:bodyPr/>
        <a:lstStyle/>
        <a:p>
          <a:endParaRPr lang="fr-FR"/>
        </a:p>
      </dgm:t>
    </dgm:pt>
    <dgm:pt modelId="{F1D89809-01F6-4D4C-9907-338FACF7C979}" type="sibTrans" cxnId="{11294E30-7D5E-4339-BE88-4C61D57F68B0}">
      <dgm:prSet/>
      <dgm:spPr/>
      <dgm:t>
        <a:bodyPr/>
        <a:lstStyle/>
        <a:p>
          <a:endParaRPr lang="fr-FR"/>
        </a:p>
      </dgm:t>
    </dgm:pt>
    <dgm:pt modelId="{3090F546-3EA2-4749-99C5-8B5B0D085951}">
      <dgm:prSet phldrT="[Texte]" phldr="0"/>
      <dgm:spPr/>
      <dgm:t>
        <a:bodyPr/>
        <a:lstStyle/>
        <a:p>
          <a:r>
            <a:rPr lang="fr-FR" dirty="0"/>
            <a:t>Regroupement des colonnes </a:t>
          </a:r>
          <a:r>
            <a:rPr lang="fr-FR" dirty="0" err="1"/>
            <a:t>code_type_voie</a:t>
          </a:r>
          <a:r>
            <a:rPr lang="fr-FR" dirty="0"/>
            <a:t> et </a:t>
          </a:r>
          <a:r>
            <a:rPr lang="fr-FR" dirty="0" err="1"/>
            <a:t>type_voie</a:t>
          </a:r>
          <a:endParaRPr lang="fr-FR" dirty="0"/>
        </a:p>
      </dgm:t>
    </dgm:pt>
    <dgm:pt modelId="{71382EAD-A12D-43D2-A1A0-5251851C159C}" type="parTrans" cxnId="{5AA691A2-285C-4106-99CA-079CF386D359}">
      <dgm:prSet/>
      <dgm:spPr/>
      <dgm:t>
        <a:bodyPr/>
        <a:lstStyle/>
        <a:p>
          <a:endParaRPr lang="fr-FR"/>
        </a:p>
      </dgm:t>
    </dgm:pt>
    <dgm:pt modelId="{16BC21AA-3389-4A9F-BB66-874B62942942}" type="sibTrans" cxnId="{5AA691A2-285C-4106-99CA-079CF386D359}">
      <dgm:prSet/>
      <dgm:spPr/>
      <dgm:t>
        <a:bodyPr/>
        <a:lstStyle/>
        <a:p>
          <a:endParaRPr lang="fr-FR"/>
        </a:p>
      </dgm:t>
    </dgm:pt>
    <dgm:pt modelId="{CABF0501-781B-4A8A-8F9F-9EE4EB5F0B8A}">
      <dgm:prSet phldrT="[Texte]" phldr="0"/>
      <dgm:spPr/>
      <dgm:t>
        <a:bodyPr/>
        <a:lstStyle/>
        <a:p>
          <a:r>
            <a:rPr lang="fr-FR" dirty="0"/>
            <a:t>Récupération des colonnes  </a:t>
          </a:r>
          <a:r>
            <a:rPr lang="fr-FR" dirty="0" err="1"/>
            <a:t>date_mutation</a:t>
          </a:r>
          <a:r>
            <a:rPr lang="fr-FR" dirty="0"/>
            <a:t>, </a:t>
          </a:r>
          <a:r>
            <a:rPr lang="fr-FR" dirty="0" err="1"/>
            <a:t>valeurs_foncieres</a:t>
          </a:r>
          <a:r>
            <a:rPr lang="fr-FR" dirty="0"/>
            <a:t> et </a:t>
          </a:r>
          <a:r>
            <a:rPr lang="fr-FR" dirty="0" err="1"/>
            <a:t>id_bien</a:t>
          </a:r>
          <a:endParaRPr lang="fr-FR" dirty="0"/>
        </a:p>
      </dgm:t>
    </dgm:pt>
    <dgm:pt modelId="{BFC43688-5C62-48AC-86D7-61CFEE54A559}" type="parTrans" cxnId="{855CFDC2-9C3A-414E-BE41-BC8C36C6196C}">
      <dgm:prSet/>
      <dgm:spPr/>
      <dgm:t>
        <a:bodyPr/>
        <a:lstStyle/>
        <a:p>
          <a:endParaRPr lang="fr-FR"/>
        </a:p>
      </dgm:t>
    </dgm:pt>
    <dgm:pt modelId="{4F88DDF4-643A-4D0B-8A42-803707A71C29}" type="sibTrans" cxnId="{855CFDC2-9C3A-414E-BE41-BC8C36C6196C}">
      <dgm:prSet/>
      <dgm:spPr/>
      <dgm:t>
        <a:bodyPr/>
        <a:lstStyle/>
        <a:p>
          <a:endParaRPr lang="fr-FR"/>
        </a:p>
      </dgm:t>
    </dgm:pt>
    <dgm:pt modelId="{A1576784-2FDB-4F3C-8949-2FCC021F13E3}">
      <dgm:prSet phldrT="[Texte]" phldr="0"/>
      <dgm:spPr/>
      <dgm:t>
        <a:bodyPr/>
        <a:lstStyle/>
        <a:p>
          <a:r>
            <a:rPr lang="fr-FR" dirty="0"/>
            <a:t>Ventes.csv</a:t>
          </a:r>
        </a:p>
      </dgm:t>
    </dgm:pt>
    <dgm:pt modelId="{1BF4F8E5-7AE6-4D04-886D-381A6AE706EB}" type="parTrans" cxnId="{97C6A534-FDFA-418C-8CF6-9D23DC2FD97F}">
      <dgm:prSet/>
      <dgm:spPr/>
      <dgm:t>
        <a:bodyPr/>
        <a:lstStyle/>
        <a:p>
          <a:endParaRPr lang="fr-FR"/>
        </a:p>
      </dgm:t>
    </dgm:pt>
    <dgm:pt modelId="{ABD35D56-CE04-4574-8EE2-165334906AB9}" type="sibTrans" cxnId="{97C6A534-FDFA-418C-8CF6-9D23DC2FD97F}">
      <dgm:prSet/>
      <dgm:spPr/>
      <dgm:t>
        <a:bodyPr/>
        <a:lstStyle/>
        <a:p>
          <a:endParaRPr lang="fr-FR"/>
        </a:p>
      </dgm:t>
    </dgm:pt>
    <dgm:pt modelId="{12B8D588-E35B-43D1-B580-55F2453A89B7}">
      <dgm:prSet phldrT="[Texte]" phldr="0"/>
      <dgm:spPr/>
      <dgm:t>
        <a:bodyPr/>
        <a:lstStyle/>
        <a:p>
          <a:r>
            <a:rPr lang="fr-FR" dirty="0"/>
            <a:t>TypeLocal.csv</a:t>
          </a:r>
        </a:p>
      </dgm:t>
    </dgm:pt>
    <dgm:pt modelId="{E26E689C-393A-46D2-8092-67D16FFF305A}" type="parTrans" cxnId="{494E6B3B-3BC6-46A1-8EB5-686ADB400CD0}">
      <dgm:prSet/>
      <dgm:spPr/>
      <dgm:t>
        <a:bodyPr/>
        <a:lstStyle/>
        <a:p>
          <a:endParaRPr lang="fr-FR"/>
        </a:p>
      </dgm:t>
    </dgm:pt>
    <dgm:pt modelId="{702BF3D9-6F37-4609-AE25-DA94EF9127DB}" type="sibTrans" cxnId="{494E6B3B-3BC6-46A1-8EB5-686ADB400CD0}">
      <dgm:prSet/>
      <dgm:spPr/>
      <dgm:t>
        <a:bodyPr/>
        <a:lstStyle/>
        <a:p>
          <a:endParaRPr lang="fr-FR"/>
        </a:p>
      </dgm:t>
    </dgm:pt>
    <dgm:pt modelId="{AA773137-43FA-407B-9122-948034B65440}">
      <dgm:prSet phldrT="[Texte]" phldr="0"/>
      <dgm:spPr/>
      <dgm:t>
        <a:bodyPr/>
        <a:lstStyle/>
        <a:p>
          <a:r>
            <a:rPr lang="fr-FR"/>
            <a:t>TypeVoie.csv</a:t>
          </a:r>
          <a:endParaRPr lang="fr-FR" dirty="0"/>
        </a:p>
      </dgm:t>
    </dgm:pt>
    <dgm:pt modelId="{5FDE9A14-1893-4E33-B328-498B361DD4D4}" type="parTrans" cxnId="{EF7F1687-B0E6-4AD5-A861-A3BC15CBBCF4}">
      <dgm:prSet/>
      <dgm:spPr/>
      <dgm:t>
        <a:bodyPr/>
        <a:lstStyle/>
        <a:p>
          <a:endParaRPr lang="fr-FR"/>
        </a:p>
      </dgm:t>
    </dgm:pt>
    <dgm:pt modelId="{2F3F9869-190B-446D-BC71-607ED296B6A1}" type="sibTrans" cxnId="{EF7F1687-B0E6-4AD5-A861-A3BC15CBBCF4}">
      <dgm:prSet/>
      <dgm:spPr/>
      <dgm:t>
        <a:bodyPr/>
        <a:lstStyle/>
        <a:p>
          <a:endParaRPr lang="fr-FR"/>
        </a:p>
      </dgm:t>
    </dgm:pt>
    <dgm:pt modelId="{62BC3EB6-FB19-41C9-A50F-9FE6642D51BB}" type="asst">
      <dgm:prSet phldrT="[Texte]" phldr="0"/>
      <dgm:spPr/>
      <dgm:t>
        <a:bodyPr/>
        <a:lstStyle/>
        <a:p>
          <a:r>
            <a:rPr lang="fr-FR" dirty="0"/>
            <a:t>Regroupement des colonnes </a:t>
          </a:r>
          <a:r>
            <a:rPr lang="fr-FR" dirty="0" err="1"/>
            <a:t>code_voie</a:t>
          </a:r>
          <a:r>
            <a:rPr lang="fr-FR" dirty="0"/>
            <a:t> et voie avec la colonne </a:t>
          </a:r>
          <a:r>
            <a:rPr lang="fr-FR" dirty="0" err="1"/>
            <a:t>id_bien</a:t>
          </a:r>
          <a:r>
            <a:rPr lang="fr-FR" dirty="0"/>
            <a:t> et ajout de la colonne </a:t>
          </a:r>
          <a:r>
            <a:rPr lang="fr-FR" dirty="0" err="1"/>
            <a:t>id_voie</a:t>
          </a:r>
          <a:endParaRPr lang="fr-FR" dirty="0"/>
        </a:p>
      </dgm:t>
    </dgm:pt>
    <dgm:pt modelId="{1D794422-CC74-4A84-99A9-68299858E37B}" type="parTrans" cxnId="{9D01A9AC-1542-4930-BFBB-71C26C0BE1A8}">
      <dgm:prSet/>
      <dgm:spPr/>
      <dgm:t>
        <a:bodyPr/>
        <a:lstStyle/>
        <a:p>
          <a:endParaRPr lang="fr-FR"/>
        </a:p>
      </dgm:t>
    </dgm:pt>
    <dgm:pt modelId="{470A70CC-37F4-4F22-AB0E-7A63A8A2C87E}" type="sibTrans" cxnId="{9D01A9AC-1542-4930-BFBB-71C26C0BE1A8}">
      <dgm:prSet/>
      <dgm:spPr/>
      <dgm:t>
        <a:bodyPr/>
        <a:lstStyle/>
        <a:p>
          <a:endParaRPr lang="fr-FR"/>
        </a:p>
      </dgm:t>
    </dgm:pt>
    <dgm:pt modelId="{3FEBF5B6-C3BA-43D6-B80F-9A580E9B28F9}" type="asst">
      <dgm:prSet phldrT="[Texte]" phldr="0"/>
      <dgm:spPr/>
      <dgm:t>
        <a:bodyPr/>
        <a:lstStyle/>
        <a:p>
          <a:r>
            <a:rPr lang="fr-FR" dirty="0"/>
            <a:t>Suppression de l’</a:t>
          </a:r>
          <a:r>
            <a:rPr lang="fr-FR" dirty="0" err="1"/>
            <a:t>id_bien</a:t>
          </a:r>
          <a:r>
            <a:rPr lang="fr-FR" dirty="0"/>
            <a:t> et des doublons</a:t>
          </a:r>
        </a:p>
      </dgm:t>
    </dgm:pt>
    <dgm:pt modelId="{522793D2-BA1D-41EC-944A-7AA7082A32D5}" type="parTrans" cxnId="{123A3880-BEEA-4616-B048-BFAC82BC30E3}">
      <dgm:prSet/>
      <dgm:spPr/>
      <dgm:t>
        <a:bodyPr/>
        <a:lstStyle/>
        <a:p>
          <a:endParaRPr lang="fr-FR"/>
        </a:p>
      </dgm:t>
    </dgm:pt>
    <dgm:pt modelId="{345E0EFC-3E5A-410C-9069-158000DCDC52}" type="sibTrans" cxnId="{123A3880-BEEA-4616-B048-BFAC82BC30E3}">
      <dgm:prSet/>
      <dgm:spPr/>
      <dgm:t>
        <a:bodyPr/>
        <a:lstStyle/>
        <a:p>
          <a:endParaRPr lang="fr-FR"/>
        </a:p>
      </dgm:t>
    </dgm:pt>
    <dgm:pt modelId="{165F7F67-CF82-4D38-9A5D-3E24C4DD0A00}" type="asst">
      <dgm:prSet phldrT="[Texte]" phldr="0"/>
      <dgm:spPr/>
      <dgm:t>
        <a:bodyPr/>
        <a:lstStyle/>
        <a:p>
          <a:r>
            <a:rPr lang="fr-FR"/>
            <a:t>Voie.csv</a:t>
          </a:r>
          <a:endParaRPr lang="fr-FR" dirty="0"/>
        </a:p>
      </dgm:t>
    </dgm:pt>
    <dgm:pt modelId="{CC257D05-FED8-4B52-BB9E-11A80A09D767}" type="parTrans" cxnId="{82802653-1EDA-4ADC-B0DA-FFFF83CDC9EA}">
      <dgm:prSet/>
      <dgm:spPr/>
      <dgm:t>
        <a:bodyPr/>
        <a:lstStyle/>
        <a:p>
          <a:endParaRPr lang="fr-FR"/>
        </a:p>
      </dgm:t>
    </dgm:pt>
    <dgm:pt modelId="{71092F69-8E6C-48A0-B07C-1A95F728A33A}" type="sibTrans" cxnId="{82802653-1EDA-4ADC-B0DA-FFFF83CDC9EA}">
      <dgm:prSet/>
      <dgm:spPr/>
      <dgm:t>
        <a:bodyPr/>
        <a:lstStyle/>
        <a:p>
          <a:endParaRPr lang="fr-FR"/>
        </a:p>
      </dgm:t>
    </dgm:pt>
    <dgm:pt modelId="{3BDD5DBD-A7E9-4117-A69C-ECD41499129E}" type="asst">
      <dgm:prSet phldrT="[Texte]" phldr="0"/>
      <dgm:spPr>
        <a:noFill/>
        <a:ln>
          <a:noFill/>
        </a:ln>
      </dgm:spPr>
      <dgm:t>
        <a:bodyPr/>
        <a:lstStyle/>
        <a:p>
          <a:endParaRPr lang="fr-FR" dirty="0"/>
        </a:p>
      </dgm:t>
    </dgm:pt>
    <dgm:pt modelId="{1B67C3F9-D6F7-4149-A161-4E02B8A5F82F}" type="parTrans" cxnId="{5DA22C09-EE48-4462-85B4-450614306E8A}">
      <dgm:prSet/>
      <dgm:spPr/>
      <dgm:t>
        <a:bodyPr/>
        <a:lstStyle/>
        <a:p>
          <a:endParaRPr lang="fr-FR"/>
        </a:p>
      </dgm:t>
    </dgm:pt>
    <dgm:pt modelId="{ECA2E304-5B2C-4E4B-BCB0-02A1214E64E2}" type="sibTrans" cxnId="{5DA22C09-EE48-4462-85B4-450614306E8A}">
      <dgm:prSet/>
      <dgm:spPr/>
      <dgm:t>
        <a:bodyPr/>
        <a:lstStyle/>
        <a:p>
          <a:endParaRPr lang="fr-FR"/>
        </a:p>
      </dgm:t>
    </dgm:pt>
    <dgm:pt modelId="{FF4479D7-CFC1-4C7A-8645-01E17D69687A}" type="asst">
      <dgm:prSet phldrT="[Texte]" phldr="0"/>
      <dgm:spPr/>
      <dgm:t>
        <a:bodyPr/>
        <a:lstStyle/>
        <a:p>
          <a:r>
            <a:rPr lang="fr-FR"/>
            <a:t>Bien.csv</a:t>
          </a:r>
          <a:endParaRPr lang="fr-FR" dirty="0"/>
        </a:p>
      </dgm:t>
    </dgm:pt>
    <dgm:pt modelId="{1B4961C1-22C6-4B08-BBDC-8D1EB0E9379E}" type="parTrans" cxnId="{4C6AFD70-6450-4BD0-9EBE-BBCA160E562B}">
      <dgm:prSet/>
      <dgm:spPr/>
      <dgm:t>
        <a:bodyPr/>
        <a:lstStyle/>
        <a:p>
          <a:endParaRPr lang="fr-FR"/>
        </a:p>
      </dgm:t>
    </dgm:pt>
    <dgm:pt modelId="{7FC2F23C-259A-461B-B0AD-E85E075696CF}" type="sibTrans" cxnId="{4C6AFD70-6450-4BD0-9EBE-BBCA160E562B}">
      <dgm:prSet/>
      <dgm:spPr/>
      <dgm:t>
        <a:bodyPr/>
        <a:lstStyle/>
        <a:p>
          <a:endParaRPr lang="fr-FR"/>
        </a:p>
      </dgm:t>
    </dgm:pt>
    <dgm:pt modelId="{9384B7CA-3435-429B-B01D-E859B559CFDB}" type="asst">
      <dgm:prSet phldrT="[Texte]" phldr="0"/>
      <dgm:spPr/>
      <dgm:t>
        <a:bodyPr/>
        <a:lstStyle/>
        <a:p>
          <a:r>
            <a:rPr lang="fr-FR" dirty="0"/>
            <a:t>Regroupement de la colonne </a:t>
          </a:r>
          <a:r>
            <a:rPr lang="fr-FR" dirty="0" err="1"/>
            <a:t>id_voie</a:t>
          </a:r>
          <a:r>
            <a:rPr lang="fr-FR" dirty="0"/>
            <a:t> avec les éléments du Bien</a:t>
          </a:r>
        </a:p>
      </dgm:t>
    </dgm:pt>
    <dgm:pt modelId="{551BAAF7-778C-4C2B-92F4-A1570F1F6B65}" type="parTrans" cxnId="{DF542B52-8C27-4D16-8244-A9A9A8E728D7}">
      <dgm:prSet/>
      <dgm:spPr/>
      <dgm:t>
        <a:bodyPr/>
        <a:lstStyle/>
        <a:p>
          <a:endParaRPr lang="fr-FR"/>
        </a:p>
      </dgm:t>
    </dgm:pt>
    <dgm:pt modelId="{2DB50BE4-6CBD-4ED1-84C9-3FC76B42D0DF}" type="sibTrans" cxnId="{DF542B52-8C27-4D16-8244-A9A9A8E728D7}">
      <dgm:prSet/>
      <dgm:spPr/>
      <dgm:t>
        <a:bodyPr/>
        <a:lstStyle/>
        <a:p>
          <a:endParaRPr lang="fr-FR"/>
        </a:p>
      </dgm:t>
    </dgm:pt>
    <dgm:pt modelId="{4C12DE77-C971-4A81-A2EC-E60822315FC6}" type="pres">
      <dgm:prSet presAssocID="{850389B9-C445-420C-8B7F-4B4885FE5A80}" presName="diagram" presStyleCnt="0">
        <dgm:presLayoutVars>
          <dgm:chPref val="1"/>
          <dgm:dir/>
          <dgm:animOne val="branch"/>
          <dgm:animLvl val="lvl"/>
          <dgm:resizeHandles val="exact"/>
        </dgm:presLayoutVars>
      </dgm:prSet>
      <dgm:spPr/>
    </dgm:pt>
    <dgm:pt modelId="{DF5E5D85-018A-4E43-BF36-07AEF2FB672B}" type="pres">
      <dgm:prSet presAssocID="{B18E4035-3F51-47A9-BE3F-F67100C183FB}" presName="root1" presStyleCnt="0"/>
      <dgm:spPr/>
    </dgm:pt>
    <dgm:pt modelId="{9879E886-7FC8-44AF-864C-F07C25D2A6CB}" type="pres">
      <dgm:prSet presAssocID="{B18E4035-3F51-47A9-BE3F-F67100C183FB}" presName="LevelOneTextNode" presStyleLbl="node0" presStyleIdx="0" presStyleCnt="1">
        <dgm:presLayoutVars>
          <dgm:chPref val="3"/>
        </dgm:presLayoutVars>
      </dgm:prSet>
      <dgm:spPr/>
    </dgm:pt>
    <dgm:pt modelId="{F4CD3582-4B31-4110-A3FC-6F3238AD4317}" type="pres">
      <dgm:prSet presAssocID="{B18E4035-3F51-47A9-BE3F-F67100C183FB}" presName="level2hierChild" presStyleCnt="0"/>
      <dgm:spPr/>
    </dgm:pt>
    <dgm:pt modelId="{1F9FEE55-0249-44EF-B553-6E9DAE813626}" type="pres">
      <dgm:prSet presAssocID="{1586BCC8-0F84-4913-87E9-C37E6DC1A624}" presName="conn2-1" presStyleLbl="parChTrans1D2" presStyleIdx="0" presStyleCnt="5"/>
      <dgm:spPr/>
    </dgm:pt>
    <dgm:pt modelId="{4BD18D6F-B5FF-46F6-AE15-5D7115BFDCE4}" type="pres">
      <dgm:prSet presAssocID="{1586BCC8-0F84-4913-87E9-C37E6DC1A624}" presName="connTx" presStyleLbl="parChTrans1D2" presStyleIdx="0" presStyleCnt="5"/>
      <dgm:spPr/>
    </dgm:pt>
    <dgm:pt modelId="{F6973945-D4E2-42F9-BAAF-7300837DDDE2}" type="pres">
      <dgm:prSet presAssocID="{6F9D042E-03C2-4AE6-9C3C-1A375D54C19B}" presName="root2" presStyleCnt="0"/>
      <dgm:spPr/>
    </dgm:pt>
    <dgm:pt modelId="{033598E7-5820-4C32-9C75-186F1DFCF5CC}" type="pres">
      <dgm:prSet presAssocID="{6F9D042E-03C2-4AE6-9C3C-1A375D54C19B}" presName="LevelTwoTextNode" presStyleLbl="asst1" presStyleIdx="0" presStyleCnt="7">
        <dgm:presLayoutVars>
          <dgm:chPref val="3"/>
        </dgm:presLayoutVars>
      </dgm:prSet>
      <dgm:spPr/>
    </dgm:pt>
    <dgm:pt modelId="{5DB6B405-624D-4319-8EB8-22AD4EDBECE3}" type="pres">
      <dgm:prSet presAssocID="{6F9D042E-03C2-4AE6-9C3C-1A375D54C19B}" presName="level3hierChild" presStyleCnt="0"/>
      <dgm:spPr/>
    </dgm:pt>
    <dgm:pt modelId="{8E67D6B5-54A0-4232-A90C-AD488B937FFF}" type="pres">
      <dgm:prSet presAssocID="{1B67C3F9-D6F7-4149-A161-4E02B8A5F82F}" presName="conn2-1" presStyleLbl="parChTrans1D3" presStyleIdx="0" presStyleCnt="6"/>
      <dgm:spPr/>
    </dgm:pt>
    <dgm:pt modelId="{CB366D65-B359-49B7-9789-26A8F44973E6}" type="pres">
      <dgm:prSet presAssocID="{1B67C3F9-D6F7-4149-A161-4E02B8A5F82F}" presName="connTx" presStyleLbl="parChTrans1D3" presStyleIdx="0" presStyleCnt="6"/>
      <dgm:spPr/>
    </dgm:pt>
    <dgm:pt modelId="{8D881A85-9F3C-43C4-A067-B23D3212C9C0}" type="pres">
      <dgm:prSet presAssocID="{3BDD5DBD-A7E9-4117-A69C-ECD41499129E}" presName="root2" presStyleCnt="0"/>
      <dgm:spPr/>
    </dgm:pt>
    <dgm:pt modelId="{61CBD12A-469F-4BCF-9C47-703B8A64B1BD}" type="pres">
      <dgm:prSet presAssocID="{3BDD5DBD-A7E9-4117-A69C-ECD41499129E}" presName="LevelTwoTextNode" presStyleLbl="asst1" presStyleIdx="1" presStyleCnt="7">
        <dgm:presLayoutVars>
          <dgm:chPref val="3"/>
        </dgm:presLayoutVars>
      </dgm:prSet>
      <dgm:spPr/>
    </dgm:pt>
    <dgm:pt modelId="{4C114D82-0F54-4B23-85DF-D9E0146F37D1}" type="pres">
      <dgm:prSet presAssocID="{3BDD5DBD-A7E9-4117-A69C-ECD41499129E}" presName="level3hierChild" presStyleCnt="0"/>
      <dgm:spPr/>
    </dgm:pt>
    <dgm:pt modelId="{7CE89397-C02D-473D-BF19-888E92125F93}" type="pres">
      <dgm:prSet presAssocID="{1B4961C1-22C6-4B08-BBDC-8D1EB0E9379E}" presName="conn2-1" presStyleLbl="parChTrans1D4" presStyleIdx="0" presStyleCnt="2"/>
      <dgm:spPr/>
    </dgm:pt>
    <dgm:pt modelId="{9794CE4C-0C86-46BD-A1F3-F41F6496C1BA}" type="pres">
      <dgm:prSet presAssocID="{1B4961C1-22C6-4B08-BBDC-8D1EB0E9379E}" presName="connTx" presStyleLbl="parChTrans1D4" presStyleIdx="0" presStyleCnt="2"/>
      <dgm:spPr/>
    </dgm:pt>
    <dgm:pt modelId="{AEC5E7EB-BB0E-4B40-B250-C4114E2431C2}" type="pres">
      <dgm:prSet presAssocID="{FF4479D7-CFC1-4C7A-8645-01E17D69687A}" presName="root2" presStyleCnt="0"/>
      <dgm:spPr/>
    </dgm:pt>
    <dgm:pt modelId="{F078CE6B-DAF9-44F9-AFB2-C06F568A5819}" type="pres">
      <dgm:prSet presAssocID="{FF4479D7-CFC1-4C7A-8645-01E17D69687A}" presName="LevelTwoTextNode" presStyleLbl="asst1" presStyleIdx="2" presStyleCnt="7">
        <dgm:presLayoutVars>
          <dgm:chPref val="3"/>
        </dgm:presLayoutVars>
      </dgm:prSet>
      <dgm:spPr/>
    </dgm:pt>
    <dgm:pt modelId="{33BFC61E-0A1C-4E19-A303-46EBD37664E1}" type="pres">
      <dgm:prSet presAssocID="{FF4479D7-CFC1-4C7A-8645-01E17D69687A}" presName="level3hierChild" presStyleCnt="0"/>
      <dgm:spPr/>
    </dgm:pt>
    <dgm:pt modelId="{F29FBBD5-1F7F-4553-8AC4-F9B793CF2897}" type="pres">
      <dgm:prSet presAssocID="{1D794422-CC74-4A84-99A9-68299858E37B}" presName="conn2-1" presStyleLbl="parChTrans1D2" presStyleIdx="1" presStyleCnt="5"/>
      <dgm:spPr/>
    </dgm:pt>
    <dgm:pt modelId="{FEDA5F5C-3AF6-497D-A7F7-0FA982C7CD40}" type="pres">
      <dgm:prSet presAssocID="{1D794422-CC74-4A84-99A9-68299858E37B}" presName="connTx" presStyleLbl="parChTrans1D2" presStyleIdx="1" presStyleCnt="5"/>
      <dgm:spPr/>
    </dgm:pt>
    <dgm:pt modelId="{88BB2301-10A4-41BB-A635-7736A3E9C3A7}" type="pres">
      <dgm:prSet presAssocID="{62BC3EB6-FB19-41C9-A50F-9FE6642D51BB}" presName="root2" presStyleCnt="0"/>
      <dgm:spPr/>
    </dgm:pt>
    <dgm:pt modelId="{41F2D90E-28CD-44F5-9D90-B97A89D64662}" type="pres">
      <dgm:prSet presAssocID="{62BC3EB6-FB19-41C9-A50F-9FE6642D51BB}" presName="LevelTwoTextNode" presStyleLbl="asst1" presStyleIdx="3" presStyleCnt="7">
        <dgm:presLayoutVars>
          <dgm:chPref val="3"/>
        </dgm:presLayoutVars>
      </dgm:prSet>
      <dgm:spPr/>
    </dgm:pt>
    <dgm:pt modelId="{0511606B-5C2D-4B0D-9F90-B2DE797C749B}" type="pres">
      <dgm:prSet presAssocID="{62BC3EB6-FB19-41C9-A50F-9FE6642D51BB}" presName="level3hierChild" presStyleCnt="0"/>
      <dgm:spPr/>
    </dgm:pt>
    <dgm:pt modelId="{EFFDD69D-D68A-4D3D-B1DE-7AEA5EFC3F8B}" type="pres">
      <dgm:prSet presAssocID="{522793D2-BA1D-41EC-944A-7AA7082A32D5}" presName="conn2-1" presStyleLbl="parChTrans1D3" presStyleIdx="1" presStyleCnt="6"/>
      <dgm:spPr/>
    </dgm:pt>
    <dgm:pt modelId="{FE42340A-C4B1-410E-8746-B9449D423F8F}" type="pres">
      <dgm:prSet presAssocID="{522793D2-BA1D-41EC-944A-7AA7082A32D5}" presName="connTx" presStyleLbl="parChTrans1D3" presStyleIdx="1" presStyleCnt="6"/>
      <dgm:spPr/>
    </dgm:pt>
    <dgm:pt modelId="{EEA72152-F7B8-4CBA-BD8D-A001300133EB}" type="pres">
      <dgm:prSet presAssocID="{3FEBF5B6-C3BA-43D6-B80F-9A580E9B28F9}" presName="root2" presStyleCnt="0"/>
      <dgm:spPr/>
    </dgm:pt>
    <dgm:pt modelId="{20FDF42E-277A-4A57-AD66-C48672FB602C}" type="pres">
      <dgm:prSet presAssocID="{3FEBF5B6-C3BA-43D6-B80F-9A580E9B28F9}" presName="LevelTwoTextNode" presStyleLbl="asst1" presStyleIdx="4" presStyleCnt="7" custLinFactNeighborX="-1071" custLinFactNeighborY="57738">
        <dgm:presLayoutVars>
          <dgm:chPref val="3"/>
        </dgm:presLayoutVars>
      </dgm:prSet>
      <dgm:spPr/>
    </dgm:pt>
    <dgm:pt modelId="{330F272A-9276-4561-A482-589FE8245A18}" type="pres">
      <dgm:prSet presAssocID="{3FEBF5B6-C3BA-43D6-B80F-9A580E9B28F9}" presName="level3hierChild" presStyleCnt="0"/>
      <dgm:spPr/>
    </dgm:pt>
    <dgm:pt modelId="{4D308E20-F220-40E8-946C-02094C1CC298}" type="pres">
      <dgm:prSet presAssocID="{CC257D05-FED8-4B52-BB9E-11A80A09D767}" presName="conn2-1" presStyleLbl="parChTrans1D4" presStyleIdx="1" presStyleCnt="2"/>
      <dgm:spPr/>
    </dgm:pt>
    <dgm:pt modelId="{A697C750-B0FE-4E8C-BDA7-1E23D12195C5}" type="pres">
      <dgm:prSet presAssocID="{CC257D05-FED8-4B52-BB9E-11A80A09D767}" presName="connTx" presStyleLbl="parChTrans1D4" presStyleIdx="1" presStyleCnt="2"/>
      <dgm:spPr/>
    </dgm:pt>
    <dgm:pt modelId="{F01C3556-6892-4314-8A44-95A09FEC5971}" type="pres">
      <dgm:prSet presAssocID="{165F7F67-CF82-4D38-9A5D-3E24C4DD0A00}" presName="root2" presStyleCnt="0"/>
      <dgm:spPr/>
    </dgm:pt>
    <dgm:pt modelId="{0354EC59-17F9-4976-BCF8-345A0D5F7522}" type="pres">
      <dgm:prSet presAssocID="{165F7F67-CF82-4D38-9A5D-3E24C4DD0A00}" presName="LevelTwoTextNode" presStyleLbl="asst1" presStyleIdx="5" presStyleCnt="7" custLinFactNeighborX="-566" custLinFactNeighborY="58871">
        <dgm:presLayoutVars>
          <dgm:chPref val="3"/>
        </dgm:presLayoutVars>
      </dgm:prSet>
      <dgm:spPr/>
    </dgm:pt>
    <dgm:pt modelId="{6CFBDD3A-677F-47C3-8780-DAF9BD9AD858}" type="pres">
      <dgm:prSet presAssocID="{165F7F67-CF82-4D38-9A5D-3E24C4DD0A00}" presName="level3hierChild" presStyleCnt="0"/>
      <dgm:spPr/>
    </dgm:pt>
    <dgm:pt modelId="{9A9C2B24-CF48-405B-A2E2-3616EDC19618}" type="pres">
      <dgm:prSet presAssocID="{551BAAF7-778C-4C2B-92F4-A1570F1F6B65}" presName="conn2-1" presStyleLbl="parChTrans1D3" presStyleIdx="2" presStyleCnt="6"/>
      <dgm:spPr/>
    </dgm:pt>
    <dgm:pt modelId="{54487A35-AAD9-4F66-98EC-EB5F9E18070E}" type="pres">
      <dgm:prSet presAssocID="{551BAAF7-778C-4C2B-92F4-A1570F1F6B65}" presName="connTx" presStyleLbl="parChTrans1D3" presStyleIdx="2" presStyleCnt="6"/>
      <dgm:spPr/>
    </dgm:pt>
    <dgm:pt modelId="{237CFB9A-4C90-46CB-AD78-8B08B4DD2172}" type="pres">
      <dgm:prSet presAssocID="{9384B7CA-3435-429B-B01D-E859B559CFDB}" presName="root2" presStyleCnt="0"/>
      <dgm:spPr/>
    </dgm:pt>
    <dgm:pt modelId="{68296010-257F-4A0D-A54D-41AD6F7340C0}" type="pres">
      <dgm:prSet presAssocID="{9384B7CA-3435-429B-B01D-E859B559CFDB}" presName="LevelTwoTextNode" presStyleLbl="asst1" presStyleIdx="6" presStyleCnt="7" custLinFactY="-100000" custLinFactNeighborX="-1413" custLinFactNeighborY="-186015">
        <dgm:presLayoutVars>
          <dgm:chPref val="3"/>
        </dgm:presLayoutVars>
      </dgm:prSet>
      <dgm:spPr/>
    </dgm:pt>
    <dgm:pt modelId="{A9B92D80-A21B-4555-AE18-49598BC1DB16}" type="pres">
      <dgm:prSet presAssocID="{9384B7CA-3435-429B-B01D-E859B559CFDB}" presName="level3hierChild" presStyleCnt="0"/>
      <dgm:spPr/>
    </dgm:pt>
    <dgm:pt modelId="{F90984EA-1D7E-407B-81C3-4F30D059F40F}" type="pres">
      <dgm:prSet presAssocID="{9679DFF6-9817-4E5F-B7D9-D924F367E70E}" presName="conn2-1" presStyleLbl="parChTrans1D2" presStyleIdx="2" presStyleCnt="5"/>
      <dgm:spPr/>
    </dgm:pt>
    <dgm:pt modelId="{3C54EE3C-D81A-40CF-AE40-A0F6B206DC12}" type="pres">
      <dgm:prSet presAssocID="{9679DFF6-9817-4E5F-B7D9-D924F367E70E}" presName="connTx" presStyleLbl="parChTrans1D2" presStyleIdx="2" presStyleCnt="5"/>
      <dgm:spPr/>
    </dgm:pt>
    <dgm:pt modelId="{A546116B-E78B-4207-98A0-0A947FFF9271}" type="pres">
      <dgm:prSet presAssocID="{E1F98D6E-F780-4884-A882-3A47D91D2D91}" presName="root2" presStyleCnt="0"/>
      <dgm:spPr/>
    </dgm:pt>
    <dgm:pt modelId="{95298744-32EA-4E71-AE6A-8403ECECDD8C}" type="pres">
      <dgm:prSet presAssocID="{E1F98D6E-F780-4884-A882-3A47D91D2D91}" presName="LevelTwoTextNode" presStyleLbl="node2" presStyleIdx="0" presStyleCnt="3">
        <dgm:presLayoutVars>
          <dgm:chPref val="3"/>
        </dgm:presLayoutVars>
      </dgm:prSet>
      <dgm:spPr/>
    </dgm:pt>
    <dgm:pt modelId="{A4C254F9-A525-4445-9250-4DC92B6396A6}" type="pres">
      <dgm:prSet presAssocID="{E1F98D6E-F780-4884-A882-3A47D91D2D91}" presName="level3hierChild" presStyleCnt="0"/>
      <dgm:spPr/>
    </dgm:pt>
    <dgm:pt modelId="{056B1500-2701-41CC-AA48-59661758CA54}" type="pres">
      <dgm:prSet presAssocID="{E26E689C-393A-46D2-8092-67D16FFF305A}" presName="conn2-1" presStyleLbl="parChTrans1D3" presStyleIdx="3" presStyleCnt="6"/>
      <dgm:spPr/>
    </dgm:pt>
    <dgm:pt modelId="{668626F5-BFBD-44A1-80F4-292C1A53F6B4}" type="pres">
      <dgm:prSet presAssocID="{E26E689C-393A-46D2-8092-67D16FFF305A}" presName="connTx" presStyleLbl="parChTrans1D3" presStyleIdx="3" presStyleCnt="6"/>
      <dgm:spPr/>
    </dgm:pt>
    <dgm:pt modelId="{EC47BC01-C6E3-4670-ABF6-FBF0F481B60C}" type="pres">
      <dgm:prSet presAssocID="{12B8D588-E35B-43D1-B580-55F2453A89B7}" presName="root2" presStyleCnt="0"/>
      <dgm:spPr/>
    </dgm:pt>
    <dgm:pt modelId="{7493B892-FBBE-4CB5-87CA-6137FCAF766A}" type="pres">
      <dgm:prSet presAssocID="{12B8D588-E35B-43D1-B580-55F2453A89B7}" presName="LevelTwoTextNode" presStyleLbl="node3" presStyleIdx="0" presStyleCnt="3">
        <dgm:presLayoutVars>
          <dgm:chPref val="3"/>
        </dgm:presLayoutVars>
      </dgm:prSet>
      <dgm:spPr/>
    </dgm:pt>
    <dgm:pt modelId="{95C4B14E-10FE-44A5-8E8B-F01D3BEB9AB1}" type="pres">
      <dgm:prSet presAssocID="{12B8D588-E35B-43D1-B580-55F2453A89B7}" presName="level3hierChild" presStyleCnt="0"/>
      <dgm:spPr/>
    </dgm:pt>
    <dgm:pt modelId="{0E07D594-FE96-492B-9E55-1FFEF3D9E412}" type="pres">
      <dgm:prSet presAssocID="{71382EAD-A12D-43D2-A1A0-5251851C159C}" presName="conn2-1" presStyleLbl="parChTrans1D2" presStyleIdx="3" presStyleCnt="5"/>
      <dgm:spPr/>
    </dgm:pt>
    <dgm:pt modelId="{0856D3AD-F5B5-4F42-9211-7DF357BBEBB6}" type="pres">
      <dgm:prSet presAssocID="{71382EAD-A12D-43D2-A1A0-5251851C159C}" presName="connTx" presStyleLbl="parChTrans1D2" presStyleIdx="3" presStyleCnt="5"/>
      <dgm:spPr/>
    </dgm:pt>
    <dgm:pt modelId="{EE735B66-2D6A-49B3-BC09-F42BCF66DB96}" type="pres">
      <dgm:prSet presAssocID="{3090F546-3EA2-4749-99C5-8B5B0D085951}" presName="root2" presStyleCnt="0"/>
      <dgm:spPr/>
    </dgm:pt>
    <dgm:pt modelId="{683263C5-43AB-4583-896F-31051BFBFC24}" type="pres">
      <dgm:prSet presAssocID="{3090F546-3EA2-4749-99C5-8B5B0D085951}" presName="LevelTwoTextNode" presStyleLbl="node2" presStyleIdx="1" presStyleCnt="3">
        <dgm:presLayoutVars>
          <dgm:chPref val="3"/>
        </dgm:presLayoutVars>
      </dgm:prSet>
      <dgm:spPr/>
    </dgm:pt>
    <dgm:pt modelId="{7ACFECC5-D083-43DF-85FC-DB664E6D6C2D}" type="pres">
      <dgm:prSet presAssocID="{3090F546-3EA2-4749-99C5-8B5B0D085951}" presName="level3hierChild" presStyleCnt="0"/>
      <dgm:spPr/>
    </dgm:pt>
    <dgm:pt modelId="{E3E7DE42-085C-4D19-BCD5-B411BC96410C}" type="pres">
      <dgm:prSet presAssocID="{5FDE9A14-1893-4E33-B328-498B361DD4D4}" presName="conn2-1" presStyleLbl="parChTrans1D3" presStyleIdx="4" presStyleCnt="6"/>
      <dgm:spPr/>
    </dgm:pt>
    <dgm:pt modelId="{D6714695-3C5B-458D-97DE-70F5D235D4E9}" type="pres">
      <dgm:prSet presAssocID="{5FDE9A14-1893-4E33-B328-498B361DD4D4}" presName="connTx" presStyleLbl="parChTrans1D3" presStyleIdx="4" presStyleCnt="6"/>
      <dgm:spPr/>
    </dgm:pt>
    <dgm:pt modelId="{4B13E80C-F71F-4297-A0B3-07CE3510B435}" type="pres">
      <dgm:prSet presAssocID="{AA773137-43FA-407B-9122-948034B65440}" presName="root2" presStyleCnt="0"/>
      <dgm:spPr/>
    </dgm:pt>
    <dgm:pt modelId="{2215787D-0DB8-4C0E-A20B-D159E8B1412B}" type="pres">
      <dgm:prSet presAssocID="{AA773137-43FA-407B-9122-948034B65440}" presName="LevelTwoTextNode" presStyleLbl="node3" presStyleIdx="1" presStyleCnt="3">
        <dgm:presLayoutVars>
          <dgm:chPref val="3"/>
        </dgm:presLayoutVars>
      </dgm:prSet>
      <dgm:spPr/>
    </dgm:pt>
    <dgm:pt modelId="{2CF7098E-9CB0-486E-B203-FAB2137DDE2B}" type="pres">
      <dgm:prSet presAssocID="{AA773137-43FA-407B-9122-948034B65440}" presName="level3hierChild" presStyleCnt="0"/>
      <dgm:spPr/>
    </dgm:pt>
    <dgm:pt modelId="{B52AD472-5085-4904-887C-42428D7864C3}" type="pres">
      <dgm:prSet presAssocID="{BFC43688-5C62-48AC-86D7-61CFEE54A559}" presName="conn2-1" presStyleLbl="parChTrans1D2" presStyleIdx="4" presStyleCnt="5"/>
      <dgm:spPr/>
    </dgm:pt>
    <dgm:pt modelId="{46722BEC-2E3C-4908-86E6-006B3F683741}" type="pres">
      <dgm:prSet presAssocID="{BFC43688-5C62-48AC-86D7-61CFEE54A559}" presName="connTx" presStyleLbl="parChTrans1D2" presStyleIdx="4" presStyleCnt="5"/>
      <dgm:spPr/>
    </dgm:pt>
    <dgm:pt modelId="{FE0F9536-D3D0-4617-AFCC-8D15C904B64E}" type="pres">
      <dgm:prSet presAssocID="{CABF0501-781B-4A8A-8F9F-9EE4EB5F0B8A}" presName="root2" presStyleCnt="0"/>
      <dgm:spPr/>
    </dgm:pt>
    <dgm:pt modelId="{D1E27320-C537-4A20-A013-6818CA761B90}" type="pres">
      <dgm:prSet presAssocID="{CABF0501-781B-4A8A-8F9F-9EE4EB5F0B8A}" presName="LevelTwoTextNode" presStyleLbl="node2" presStyleIdx="2" presStyleCnt="3">
        <dgm:presLayoutVars>
          <dgm:chPref val="3"/>
        </dgm:presLayoutVars>
      </dgm:prSet>
      <dgm:spPr/>
    </dgm:pt>
    <dgm:pt modelId="{C9639718-32B4-458F-9682-5CAC097DB59B}" type="pres">
      <dgm:prSet presAssocID="{CABF0501-781B-4A8A-8F9F-9EE4EB5F0B8A}" presName="level3hierChild" presStyleCnt="0"/>
      <dgm:spPr/>
    </dgm:pt>
    <dgm:pt modelId="{DEB6C0A6-20AA-4FE7-A73E-1AF6F905661C}" type="pres">
      <dgm:prSet presAssocID="{1BF4F8E5-7AE6-4D04-886D-381A6AE706EB}" presName="conn2-1" presStyleLbl="parChTrans1D3" presStyleIdx="5" presStyleCnt="6"/>
      <dgm:spPr/>
    </dgm:pt>
    <dgm:pt modelId="{D3011210-7572-487C-9B5F-F7F5D59749E0}" type="pres">
      <dgm:prSet presAssocID="{1BF4F8E5-7AE6-4D04-886D-381A6AE706EB}" presName="connTx" presStyleLbl="parChTrans1D3" presStyleIdx="5" presStyleCnt="6"/>
      <dgm:spPr/>
    </dgm:pt>
    <dgm:pt modelId="{D0F85CB6-5150-4C22-9816-64140CB99A4C}" type="pres">
      <dgm:prSet presAssocID="{A1576784-2FDB-4F3C-8949-2FCC021F13E3}" presName="root2" presStyleCnt="0"/>
      <dgm:spPr/>
    </dgm:pt>
    <dgm:pt modelId="{E88F46C6-4E38-4771-BE46-CE76954D31E9}" type="pres">
      <dgm:prSet presAssocID="{A1576784-2FDB-4F3C-8949-2FCC021F13E3}" presName="LevelTwoTextNode" presStyleLbl="node3" presStyleIdx="2" presStyleCnt="3">
        <dgm:presLayoutVars>
          <dgm:chPref val="3"/>
        </dgm:presLayoutVars>
      </dgm:prSet>
      <dgm:spPr/>
    </dgm:pt>
    <dgm:pt modelId="{56078A5B-0E07-4FE4-BB39-54B81B5FA436}" type="pres">
      <dgm:prSet presAssocID="{A1576784-2FDB-4F3C-8949-2FCC021F13E3}" presName="level3hierChild" presStyleCnt="0"/>
      <dgm:spPr/>
    </dgm:pt>
  </dgm:ptLst>
  <dgm:cxnLst>
    <dgm:cxn modelId="{A5492402-3D1E-430A-B27C-5B8ED5549E92}" type="presOf" srcId="{1586BCC8-0F84-4913-87E9-C37E6DC1A624}" destId="{4BD18D6F-B5FF-46F6-AE15-5D7115BFDCE4}" srcOrd="1" destOrd="0" presId="urn:microsoft.com/office/officeart/2005/8/layout/hierarchy2"/>
    <dgm:cxn modelId="{04F79C05-E30B-4194-9075-A4DCD6E2F537}" type="presOf" srcId="{1B67C3F9-D6F7-4149-A161-4E02B8A5F82F}" destId="{8E67D6B5-54A0-4232-A90C-AD488B937FFF}" srcOrd="0" destOrd="0" presId="urn:microsoft.com/office/officeart/2005/8/layout/hierarchy2"/>
    <dgm:cxn modelId="{5DA22C09-EE48-4462-85B4-450614306E8A}" srcId="{6F9D042E-03C2-4AE6-9C3C-1A375D54C19B}" destId="{3BDD5DBD-A7E9-4117-A69C-ECD41499129E}" srcOrd="0" destOrd="0" parTransId="{1B67C3F9-D6F7-4149-A161-4E02B8A5F82F}" sibTransId="{ECA2E304-5B2C-4E4B-BCB0-02A1214E64E2}"/>
    <dgm:cxn modelId="{2D5C0523-4836-45D1-93A3-BB4F4111C24D}" type="presOf" srcId="{3090F546-3EA2-4749-99C5-8B5B0D085951}" destId="{683263C5-43AB-4583-896F-31051BFBFC24}" srcOrd="0" destOrd="0" presId="urn:microsoft.com/office/officeart/2005/8/layout/hierarchy2"/>
    <dgm:cxn modelId="{8EBBCC24-E037-4AC7-A005-443E2C853365}" type="presOf" srcId="{BFC43688-5C62-48AC-86D7-61CFEE54A559}" destId="{B52AD472-5085-4904-887C-42428D7864C3}" srcOrd="0" destOrd="0" presId="urn:microsoft.com/office/officeart/2005/8/layout/hierarchy2"/>
    <dgm:cxn modelId="{915FF924-3F7C-43C3-B71C-EABBD10106D1}" type="presOf" srcId="{551BAAF7-778C-4C2B-92F4-A1570F1F6B65}" destId="{54487A35-AAD9-4F66-98EC-EB5F9E18070E}" srcOrd="1" destOrd="0" presId="urn:microsoft.com/office/officeart/2005/8/layout/hierarchy2"/>
    <dgm:cxn modelId="{C3748027-6412-4B0B-8E26-2C6CF28B5242}" type="presOf" srcId="{E26E689C-393A-46D2-8092-67D16FFF305A}" destId="{668626F5-BFBD-44A1-80F4-292C1A53F6B4}" srcOrd="1" destOrd="0" presId="urn:microsoft.com/office/officeart/2005/8/layout/hierarchy2"/>
    <dgm:cxn modelId="{E2D26528-7404-4FB6-9885-E74D0A32D020}" type="presOf" srcId="{A1576784-2FDB-4F3C-8949-2FCC021F13E3}" destId="{E88F46C6-4E38-4771-BE46-CE76954D31E9}" srcOrd="0" destOrd="0" presId="urn:microsoft.com/office/officeart/2005/8/layout/hierarchy2"/>
    <dgm:cxn modelId="{C2AD182C-04E3-4F13-B83B-994122FCAFE8}" type="presOf" srcId="{5FDE9A14-1893-4E33-B328-498B361DD4D4}" destId="{E3E7DE42-085C-4D19-BCD5-B411BC96410C}" srcOrd="0" destOrd="0" presId="urn:microsoft.com/office/officeart/2005/8/layout/hierarchy2"/>
    <dgm:cxn modelId="{11294E30-7D5E-4339-BE88-4C61D57F68B0}" srcId="{B18E4035-3F51-47A9-BE3F-F67100C183FB}" destId="{E1F98D6E-F780-4884-A882-3A47D91D2D91}" srcOrd="2" destOrd="0" parTransId="{9679DFF6-9817-4E5F-B7D9-D924F367E70E}" sibTransId="{F1D89809-01F6-4D4C-9907-338FACF7C979}"/>
    <dgm:cxn modelId="{0B2A5830-8E1E-4E0E-8B26-32E43E2F21CB}" type="presOf" srcId="{551BAAF7-778C-4C2B-92F4-A1570F1F6B65}" destId="{9A9C2B24-CF48-405B-A2E2-3616EDC19618}" srcOrd="0" destOrd="0" presId="urn:microsoft.com/office/officeart/2005/8/layout/hierarchy2"/>
    <dgm:cxn modelId="{97C6A534-FDFA-418C-8CF6-9D23DC2FD97F}" srcId="{CABF0501-781B-4A8A-8F9F-9EE4EB5F0B8A}" destId="{A1576784-2FDB-4F3C-8949-2FCC021F13E3}" srcOrd="0" destOrd="0" parTransId="{1BF4F8E5-7AE6-4D04-886D-381A6AE706EB}" sibTransId="{ABD35D56-CE04-4574-8EE2-165334906AB9}"/>
    <dgm:cxn modelId="{494E6B3B-3BC6-46A1-8EB5-686ADB400CD0}" srcId="{E1F98D6E-F780-4884-A882-3A47D91D2D91}" destId="{12B8D588-E35B-43D1-B580-55F2453A89B7}" srcOrd="0" destOrd="0" parTransId="{E26E689C-393A-46D2-8092-67D16FFF305A}" sibTransId="{702BF3D9-6F37-4609-AE25-DA94EF9127DB}"/>
    <dgm:cxn modelId="{C736E961-5C75-4B71-9646-47EFA22868A4}" type="presOf" srcId="{1B4961C1-22C6-4B08-BBDC-8D1EB0E9379E}" destId="{7CE89397-C02D-473D-BF19-888E92125F93}" srcOrd="0" destOrd="0" presId="urn:microsoft.com/office/officeart/2005/8/layout/hierarchy2"/>
    <dgm:cxn modelId="{35793C43-3B8F-4C4A-B1D5-FE42E59D0D72}" type="presOf" srcId="{71382EAD-A12D-43D2-A1A0-5251851C159C}" destId="{0856D3AD-F5B5-4F42-9211-7DF357BBEBB6}" srcOrd="1" destOrd="0" presId="urn:microsoft.com/office/officeart/2005/8/layout/hierarchy2"/>
    <dgm:cxn modelId="{36BFEA46-68BB-4648-9955-85AE7F4E000F}" type="presOf" srcId="{5FDE9A14-1893-4E33-B328-498B361DD4D4}" destId="{D6714695-3C5B-458D-97DE-70F5D235D4E9}" srcOrd="1" destOrd="0" presId="urn:microsoft.com/office/officeart/2005/8/layout/hierarchy2"/>
    <dgm:cxn modelId="{462CAD47-ECA6-4943-A38F-50B343858E69}" type="presOf" srcId="{CC257D05-FED8-4B52-BB9E-11A80A09D767}" destId="{4D308E20-F220-40E8-946C-02094C1CC298}" srcOrd="0" destOrd="0" presId="urn:microsoft.com/office/officeart/2005/8/layout/hierarchy2"/>
    <dgm:cxn modelId="{8903F867-193A-4CF0-A412-2988715C53EA}" srcId="{850389B9-C445-420C-8B7F-4B4885FE5A80}" destId="{B18E4035-3F51-47A9-BE3F-F67100C183FB}" srcOrd="0" destOrd="0" parTransId="{EE5D9FC4-1A91-4370-A47D-5CAEB034D382}" sibTransId="{C4CC479F-19C7-4A36-BCB9-4A88C2F1BBAA}"/>
    <dgm:cxn modelId="{343D6B49-61F5-4F50-95E0-D21C8E46C483}" type="presOf" srcId="{1D794422-CC74-4A84-99A9-68299858E37B}" destId="{FEDA5F5C-3AF6-497D-A7F7-0FA982C7CD40}" srcOrd="1" destOrd="0" presId="urn:microsoft.com/office/officeart/2005/8/layout/hierarchy2"/>
    <dgm:cxn modelId="{2D8F856A-D194-4D02-8ED9-70E103943EBB}" type="presOf" srcId="{1D794422-CC74-4A84-99A9-68299858E37B}" destId="{F29FBBD5-1F7F-4553-8AC4-F9B793CF2897}" srcOrd="0" destOrd="0" presId="urn:microsoft.com/office/officeart/2005/8/layout/hierarchy2"/>
    <dgm:cxn modelId="{75E1286C-F1A2-44C8-8111-E25AAC124C11}" type="presOf" srcId="{522793D2-BA1D-41EC-944A-7AA7082A32D5}" destId="{EFFDD69D-D68A-4D3D-B1DE-7AEA5EFC3F8B}" srcOrd="0" destOrd="0" presId="urn:microsoft.com/office/officeart/2005/8/layout/hierarchy2"/>
    <dgm:cxn modelId="{121A496D-CF04-4FD2-9056-FE3FEE78F3FA}" type="presOf" srcId="{71382EAD-A12D-43D2-A1A0-5251851C159C}" destId="{0E07D594-FE96-492B-9E55-1FFEF3D9E412}" srcOrd="0" destOrd="0" presId="urn:microsoft.com/office/officeart/2005/8/layout/hierarchy2"/>
    <dgm:cxn modelId="{05F66E6D-0D94-4DF8-A9E6-905B44C16743}" type="presOf" srcId="{FF4479D7-CFC1-4C7A-8645-01E17D69687A}" destId="{F078CE6B-DAF9-44F9-AFB2-C06F568A5819}" srcOrd="0" destOrd="0" presId="urn:microsoft.com/office/officeart/2005/8/layout/hierarchy2"/>
    <dgm:cxn modelId="{4C6AFD70-6450-4BD0-9EBE-BBCA160E562B}" srcId="{3BDD5DBD-A7E9-4117-A69C-ECD41499129E}" destId="{FF4479D7-CFC1-4C7A-8645-01E17D69687A}" srcOrd="0" destOrd="0" parTransId="{1B4961C1-22C6-4B08-BBDC-8D1EB0E9379E}" sibTransId="{7FC2F23C-259A-461B-B0AD-E85E075696CF}"/>
    <dgm:cxn modelId="{DF542B52-8C27-4D16-8244-A9A9A8E728D7}" srcId="{62BC3EB6-FB19-41C9-A50F-9FE6642D51BB}" destId="{9384B7CA-3435-429B-B01D-E859B559CFDB}" srcOrd="1" destOrd="0" parTransId="{551BAAF7-778C-4C2B-92F4-A1570F1F6B65}" sibTransId="{2DB50BE4-6CBD-4ED1-84C9-3FC76B42D0DF}"/>
    <dgm:cxn modelId="{82802653-1EDA-4ADC-B0DA-FFFF83CDC9EA}" srcId="{3FEBF5B6-C3BA-43D6-B80F-9A580E9B28F9}" destId="{165F7F67-CF82-4D38-9A5D-3E24C4DD0A00}" srcOrd="0" destOrd="0" parTransId="{CC257D05-FED8-4B52-BB9E-11A80A09D767}" sibTransId="{71092F69-8E6C-48A0-B07C-1A95F728A33A}"/>
    <dgm:cxn modelId="{D9959258-B281-4B15-A573-F1FE62BE5F4E}" type="presOf" srcId="{12B8D588-E35B-43D1-B580-55F2453A89B7}" destId="{7493B892-FBBE-4CB5-87CA-6137FCAF766A}" srcOrd="0" destOrd="0" presId="urn:microsoft.com/office/officeart/2005/8/layout/hierarchy2"/>
    <dgm:cxn modelId="{7A85EA5A-5631-46B1-A9FA-40F568BE41D6}" type="presOf" srcId="{3FEBF5B6-C3BA-43D6-B80F-9A580E9B28F9}" destId="{20FDF42E-277A-4A57-AD66-C48672FB602C}" srcOrd="0" destOrd="0" presId="urn:microsoft.com/office/officeart/2005/8/layout/hierarchy2"/>
    <dgm:cxn modelId="{123A3880-BEEA-4616-B048-BFAC82BC30E3}" srcId="{62BC3EB6-FB19-41C9-A50F-9FE6642D51BB}" destId="{3FEBF5B6-C3BA-43D6-B80F-9A580E9B28F9}" srcOrd="0" destOrd="0" parTransId="{522793D2-BA1D-41EC-944A-7AA7082A32D5}" sibTransId="{345E0EFC-3E5A-410C-9069-158000DCDC52}"/>
    <dgm:cxn modelId="{3D551883-0309-4837-8202-DCB063FA8DC6}" type="presOf" srcId="{E1F98D6E-F780-4884-A882-3A47D91D2D91}" destId="{95298744-32EA-4E71-AE6A-8403ECECDD8C}" srcOrd="0" destOrd="0" presId="urn:microsoft.com/office/officeart/2005/8/layout/hierarchy2"/>
    <dgm:cxn modelId="{EF7F1687-B0E6-4AD5-A861-A3BC15CBBCF4}" srcId="{3090F546-3EA2-4749-99C5-8B5B0D085951}" destId="{AA773137-43FA-407B-9122-948034B65440}" srcOrd="0" destOrd="0" parTransId="{5FDE9A14-1893-4E33-B328-498B361DD4D4}" sibTransId="{2F3F9869-190B-446D-BC71-607ED296B6A1}"/>
    <dgm:cxn modelId="{9F489F89-BF1A-48A4-9C60-AC74219E6CF5}" srcId="{B18E4035-3F51-47A9-BE3F-F67100C183FB}" destId="{6F9D042E-03C2-4AE6-9C3C-1A375D54C19B}" srcOrd="0" destOrd="0" parTransId="{1586BCC8-0F84-4913-87E9-C37E6DC1A624}" sibTransId="{7A53C18A-7760-4010-B775-8605AA475D79}"/>
    <dgm:cxn modelId="{919A7790-D45D-436F-829C-DEF326C1CE92}" type="presOf" srcId="{CABF0501-781B-4A8A-8F9F-9EE4EB5F0B8A}" destId="{D1E27320-C537-4A20-A013-6818CA761B90}" srcOrd="0" destOrd="0" presId="urn:microsoft.com/office/officeart/2005/8/layout/hierarchy2"/>
    <dgm:cxn modelId="{385E4993-B97A-42CA-B5C0-1CB74BA0F32A}" type="presOf" srcId="{1B67C3F9-D6F7-4149-A161-4E02B8A5F82F}" destId="{CB366D65-B359-49B7-9789-26A8F44973E6}" srcOrd="1" destOrd="0" presId="urn:microsoft.com/office/officeart/2005/8/layout/hierarchy2"/>
    <dgm:cxn modelId="{04077B95-52CD-4C98-9C86-3081A02C1FF9}" type="presOf" srcId="{AA773137-43FA-407B-9122-948034B65440}" destId="{2215787D-0DB8-4C0E-A20B-D159E8B1412B}" srcOrd="0" destOrd="0" presId="urn:microsoft.com/office/officeart/2005/8/layout/hierarchy2"/>
    <dgm:cxn modelId="{A506D298-453C-4859-9193-E0F8FF780D05}" type="presOf" srcId="{B18E4035-3F51-47A9-BE3F-F67100C183FB}" destId="{9879E886-7FC8-44AF-864C-F07C25D2A6CB}" srcOrd="0" destOrd="0" presId="urn:microsoft.com/office/officeart/2005/8/layout/hierarchy2"/>
    <dgm:cxn modelId="{B992809F-133C-4F06-9535-979A0816C2EF}" type="presOf" srcId="{1B4961C1-22C6-4B08-BBDC-8D1EB0E9379E}" destId="{9794CE4C-0C86-46BD-A1F3-F41F6496C1BA}" srcOrd="1" destOrd="0" presId="urn:microsoft.com/office/officeart/2005/8/layout/hierarchy2"/>
    <dgm:cxn modelId="{B52DE8A0-E36C-4D1A-8747-41F9981106FE}" type="presOf" srcId="{3BDD5DBD-A7E9-4117-A69C-ECD41499129E}" destId="{61CBD12A-469F-4BCF-9C47-703B8A64B1BD}" srcOrd="0" destOrd="0" presId="urn:microsoft.com/office/officeart/2005/8/layout/hierarchy2"/>
    <dgm:cxn modelId="{9702F0A1-CE17-4440-8E96-1B7AE9746E27}" type="presOf" srcId="{6F9D042E-03C2-4AE6-9C3C-1A375D54C19B}" destId="{033598E7-5820-4C32-9C75-186F1DFCF5CC}" srcOrd="0" destOrd="0" presId="urn:microsoft.com/office/officeart/2005/8/layout/hierarchy2"/>
    <dgm:cxn modelId="{5AA691A2-285C-4106-99CA-079CF386D359}" srcId="{B18E4035-3F51-47A9-BE3F-F67100C183FB}" destId="{3090F546-3EA2-4749-99C5-8B5B0D085951}" srcOrd="3" destOrd="0" parTransId="{71382EAD-A12D-43D2-A1A0-5251851C159C}" sibTransId="{16BC21AA-3389-4A9F-BB66-874B62942942}"/>
    <dgm:cxn modelId="{9D01A9AC-1542-4930-BFBB-71C26C0BE1A8}" srcId="{B18E4035-3F51-47A9-BE3F-F67100C183FB}" destId="{62BC3EB6-FB19-41C9-A50F-9FE6642D51BB}" srcOrd="1" destOrd="0" parTransId="{1D794422-CC74-4A84-99A9-68299858E37B}" sibTransId="{470A70CC-37F4-4F22-AB0E-7A63A8A2C87E}"/>
    <dgm:cxn modelId="{9A6319BB-059C-4E2B-8668-C0B2A0230346}" type="presOf" srcId="{522793D2-BA1D-41EC-944A-7AA7082A32D5}" destId="{FE42340A-C4B1-410E-8746-B9449D423F8F}" srcOrd="1" destOrd="0" presId="urn:microsoft.com/office/officeart/2005/8/layout/hierarchy2"/>
    <dgm:cxn modelId="{2A161FBF-9D8C-484E-879A-CC079BFED4AB}" type="presOf" srcId="{850389B9-C445-420C-8B7F-4B4885FE5A80}" destId="{4C12DE77-C971-4A81-A2EC-E60822315FC6}" srcOrd="0" destOrd="0" presId="urn:microsoft.com/office/officeart/2005/8/layout/hierarchy2"/>
    <dgm:cxn modelId="{855CFDC2-9C3A-414E-BE41-BC8C36C6196C}" srcId="{B18E4035-3F51-47A9-BE3F-F67100C183FB}" destId="{CABF0501-781B-4A8A-8F9F-9EE4EB5F0B8A}" srcOrd="4" destOrd="0" parTransId="{BFC43688-5C62-48AC-86D7-61CFEE54A559}" sibTransId="{4F88DDF4-643A-4D0B-8A42-803707A71C29}"/>
    <dgm:cxn modelId="{6977F6D2-5862-4EAB-95D9-38E876FA8F0C}" type="presOf" srcId="{E26E689C-393A-46D2-8092-67D16FFF305A}" destId="{056B1500-2701-41CC-AA48-59661758CA54}" srcOrd="0" destOrd="0" presId="urn:microsoft.com/office/officeart/2005/8/layout/hierarchy2"/>
    <dgm:cxn modelId="{413607DF-0B44-4BB4-B915-9721200E4642}" type="presOf" srcId="{1586BCC8-0F84-4913-87E9-C37E6DC1A624}" destId="{1F9FEE55-0249-44EF-B553-6E9DAE813626}" srcOrd="0" destOrd="0" presId="urn:microsoft.com/office/officeart/2005/8/layout/hierarchy2"/>
    <dgm:cxn modelId="{D6E33BE2-BCBB-4ABF-847C-ACA202F3A64C}" type="presOf" srcId="{1BF4F8E5-7AE6-4D04-886D-381A6AE706EB}" destId="{D3011210-7572-487C-9B5F-F7F5D59749E0}" srcOrd="1" destOrd="0" presId="urn:microsoft.com/office/officeart/2005/8/layout/hierarchy2"/>
    <dgm:cxn modelId="{E24B92E2-63FC-4E3B-ABBF-E027BA4518F8}" type="presOf" srcId="{1BF4F8E5-7AE6-4D04-886D-381A6AE706EB}" destId="{DEB6C0A6-20AA-4FE7-A73E-1AF6F905661C}" srcOrd="0" destOrd="0" presId="urn:microsoft.com/office/officeart/2005/8/layout/hierarchy2"/>
    <dgm:cxn modelId="{3A2BAAE7-6DA5-41CF-B8B7-76052240B374}" type="presOf" srcId="{9679DFF6-9817-4E5F-B7D9-D924F367E70E}" destId="{3C54EE3C-D81A-40CF-AE40-A0F6B206DC12}" srcOrd="1" destOrd="0" presId="urn:microsoft.com/office/officeart/2005/8/layout/hierarchy2"/>
    <dgm:cxn modelId="{E2281DEB-74D0-4536-814E-4B81A367567C}" type="presOf" srcId="{9679DFF6-9817-4E5F-B7D9-D924F367E70E}" destId="{F90984EA-1D7E-407B-81C3-4F30D059F40F}" srcOrd="0" destOrd="0" presId="urn:microsoft.com/office/officeart/2005/8/layout/hierarchy2"/>
    <dgm:cxn modelId="{212085ED-D3FF-4869-B215-2732D72F3E5C}" type="presOf" srcId="{BFC43688-5C62-48AC-86D7-61CFEE54A559}" destId="{46722BEC-2E3C-4908-86E6-006B3F683741}" srcOrd="1" destOrd="0" presId="urn:microsoft.com/office/officeart/2005/8/layout/hierarchy2"/>
    <dgm:cxn modelId="{7C6E1DF3-FD05-4F92-BED2-22B165854041}" type="presOf" srcId="{165F7F67-CF82-4D38-9A5D-3E24C4DD0A00}" destId="{0354EC59-17F9-4976-BCF8-345A0D5F7522}" srcOrd="0" destOrd="0" presId="urn:microsoft.com/office/officeart/2005/8/layout/hierarchy2"/>
    <dgm:cxn modelId="{79BDFEF3-6475-4955-9A79-E846F235F72B}" type="presOf" srcId="{62BC3EB6-FB19-41C9-A50F-9FE6642D51BB}" destId="{41F2D90E-28CD-44F5-9D90-B97A89D64662}" srcOrd="0" destOrd="0" presId="urn:microsoft.com/office/officeart/2005/8/layout/hierarchy2"/>
    <dgm:cxn modelId="{BCF1A9FC-0D84-40A7-8BED-C7AF077257BD}" type="presOf" srcId="{CC257D05-FED8-4B52-BB9E-11A80A09D767}" destId="{A697C750-B0FE-4E8C-BDA7-1E23D12195C5}" srcOrd="1" destOrd="0" presId="urn:microsoft.com/office/officeart/2005/8/layout/hierarchy2"/>
    <dgm:cxn modelId="{9F161DFF-8C32-4E7B-AD7D-A295DB34318F}" type="presOf" srcId="{9384B7CA-3435-429B-B01D-E859B559CFDB}" destId="{68296010-257F-4A0D-A54D-41AD6F7340C0}" srcOrd="0" destOrd="0" presId="urn:microsoft.com/office/officeart/2005/8/layout/hierarchy2"/>
    <dgm:cxn modelId="{A2CDF728-A12B-4B78-8729-458F65EA16D6}" type="presParOf" srcId="{4C12DE77-C971-4A81-A2EC-E60822315FC6}" destId="{DF5E5D85-018A-4E43-BF36-07AEF2FB672B}" srcOrd="0" destOrd="0" presId="urn:microsoft.com/office/officeart/2005/8/layout/hierarchy2"/>
    <dgm:cxn modelId="{E5DFF666-5BE9-4822-A0C5-372789F672C4}" type="presParOf" srcId="{DF5E5D85-018A-4E43-BF36-07AEF2FB672B}" destId="{9879E886-7FC8-44AF-864C-F07C25D2A6CB}" srcOrd="0" destOrd="0" presId="urn:microsoft.com/office/officeart/2005/8/layout/hierarchy2"/>
    <dgm:cxn modelId="{0A9D1D5A-A93F-44AA-A189-09019FDD5888}" type="presParOf" srcId="{DF5E5D85-018A-4E43-BF36-07AEF2FB672B}" destId="{F4CD3582-4B31-4110-A3FC-6F3238AD4317}" srcOrd="1" destOrd="0" presId="urn:microsoft.com/office/officeart/2005/8/layout/hierarchy2"/>
    <dgm:cxn modelId="{2082F828-BCED-4EBF-BE6F-B413CEFD741A}" type="presParOf" srcId="{F4CD3582-4B31-4110-A3FC-6F3238AD4317}" destId="{1F9FEE55-0249-44EF-B553-6E9DAE813626}" srcOrd="0" destOrd="0" presId="urn:microsoft.com/office/officeart/2005/8/layout/hierarchy2"/>
    <dgm:cxn modelId="{F94195FC-F569-465F-BB32-AB2702D8AF4D}" type="presParOf" srcId="{1F9FEE55-0249-44EF-B553-6E9DAE813626}" destId="{4BD18D6F-B5FF-46F6-AE15-5D7115BFDCE4}" srcOrd="0" destOrd="0" presId="urn:microsoft.com/office/officeart/2005/8/layout/hierarchy2"/>
    <dgm:cxn modelId="{18335D5C-0D84-42EA-95AA-E1E7ABC001B4}" type="presParOf" srcId="{F4CD3582-4B31-4110-A3FC-6F3238AD4317}" destId="{F6973945-D4E2-42F9-BAAF-7300837DDDE2}" srcOrd="1" destOrd="0" presId="urn:microsoft.com/office/officeart/2005/8/layout/hierarchy2"/>
    <dgm:cxn modelId="{E1B7DD24-4704-4F47-9185-53331F350085}" type="presParOf" srcId="{F6973945-D4E2-42F9-BAAF-7300837DDDE2}" destId="{033598E7-5820-4C32-9C75-186F1DFCF5CC}" srcOrd="0" destOrd="0" presId="urn:microsoft.com/office/officeart/2005/8/layout/hierarchy2"/>
    <dgm:cxn modelId="{305FA560-0F9F-44EE-9138-0BDAFEC8D4DE}" type="presParOf" srcId="{F6973945-D4E2-42F9-BAAF-7300837DDDE2}" destId="{5DB6B405-624D-4319-8EB8-22AD4EDBECE3}" srcOrd="1" destOrd="0" presId="urn:microsoft.com/office/officeart/2005/8/layout/hierarchy2"/>
    <dgm:cxn modelId="{8836C836-5EF1-4F9C-BA3E-DC53B38C11AA}" type="presParOf" srcId="{5DB6B405-624D-4319-8EB8-22AD4EDBECE3}" destId="{8E67D6B5-54A0-4232-A90C-AD488B937FFF}" srcOrd="0" destOrd="0" presId="urn:microsoft.com/office/officeart/2005/8/layout/hierarchy2"/>
    <dgm:cxn modelId="{CD3693E0-D6B7-4CC3-A25F-D83954BCEF85}" type="presParOf" srcId="{8E67D6B5-54A0-4232-A90C-AD488B937FFF}" destId="{CB366D65-B359-49B7-9789-26A8F44973E6}" srcOrd="0" destOrd="0" presId="urn:microsoft.com/office/officeart/2005/8/layout/hierarchy2"/>
    <dgm:cxn modelId="{F1015866-42F8-4CFA-A648-06E3C6520777}" type="presParOf" srcId="{5DB6B405-624D-4319-8EB8-22AD4EDBECE3}" destId="{8D881A85-9F3C-43C4-A067-B23D3212C9C0}" srcOrd="1" destOrd="0" presId="urn:microsoft.com/office/officeart/2005/8/layout/hierarchy2"/>
    <dgm:cxn modelId="{52B3E38E-A37A-40A6-9A62-2DA87BE66D1A}" type="presParOf" srcId="{8D881A85-9F3C-43C4-A067-B23D3212C9C0}" destId="{61CBD12A-469F-4BCF-9C47-703B8A64B1BD}" srcOrd="0" destOrd="0" presId="urn:microsoft.com/office/officeart/2005/8/layout/hierarchy2"/>
    <dgm:cxn modelId="{96E28712-B3DE-4202-8C04-C5A005004035}" type="presParOf" srcId="{8D881A85-9F3C-43C4-A067-B23D3212C9C0}" destId="{4C114D82-0F54-4B23-85DF-D9E0146F37D1}" srcOrd="1" destOrd="0" presId="urn:microsoft.com/office/officeart/2005/8/layout/hierarchy2"/>
    <dgm:cxn modelId="{32D9F44D-0EEE-441F-8C3E-72FA5D169DEE}" type="presParOf" srcId="{4C114D82-0F54-4B23-85DF-D9E0146F37D1}" destId="{7CE89397-C02D-473D-BF19-888E92125F93}" srcOrd="0" destOrd="0" presId="urn:microsoft.com/office/officeart/2005/8/layout/hierarchy2"/>
    <dgm:cxn modelId="{07E789F3-9574-47DD-ADB3-03C44DAB524F}" type="presParOf" srcId="{7CE89397-C02D-473D-BF19-888E92125F93}" destId="{9794CE4C-0C86-46BD-A1F3-F41F6496C1BA}" srcOrd="0" destOrd="0" presId="urn:microsoft.com/office/officeart/2005/8/layout/hierarchy2"/>
    <dgm:cxn modelId="{473180F5-7733-4DC9-BEB4-6D8E3B45FF1E}" type="presParOf" srcId="{4C114D82-0F54-4B23-85DF-D9E0146F37D1}" destId="{AEC5E7EB-BB0E-4B40-B250-C4114E2431C2}" srcOrd="1" destOrd="0" presId="urn:microsoft.com/office/officeart/2005/8/layout/hierarchy2"/>
    <dgm:cxn modelId="{3221C73B-8F28-4960-B03B-A168A2B15494}" type="presParOf" srcId="{AEC5E7EB-BB0E-4B40-B250-C4114E2431C2}" destId="{F078CE6B-DAF9-44F9-AFB2-C06F568A5819}" srcOrd="0" destOrd="0" presId="urn:microsoft.com/office/officeart/2005/8/layout/hierarchy2"/>
    <dgm:cxn modelId="{06394548-E3A9-467F-A895-D05F70E6B8F5}" type="presParOf" srcId="{AEC5E7EB-BB0E-4B40-B250-C4114E2431C2}" destId="{33BFC61E-0A1C-4E19-A303-46EBD37664E1}" srcOrd="1" destOrd="0" presId="urn:microsoft.com/office/officeart/2005/8/layout/hierarchy2"/>
    <dgm:cxn modelId="{4965A686-DFE1-421B-B598-C4F57F310034}" type="presParOf" srcId="{F4CD3582-4B31-4110-A3FC-6F3238AD4317}" destId="{F29FBBD5-1F7F-4553-8AC4-F9B793CF2897}" srcOrd="2" destOrd="0" presId="urn:microsoft.com/office/officeart/2005/8/layout/hierarchy2"/>
    <dgm:cxn modelId="{CC421EC9-AE21-453A-AB46-7999B61A5AE5}" type="presParOf" srcId="{F29FBBD5-1F7F-4553-8AC4-F9B793CF2897}" destId="{FEDA5F5C-3AF6-497D-A7F7-0FA982C7CD40}" srcOrd="0" destOrd="0" presId="urn:microsoft.com/office/officeart/2005/8/layout/hierarchy2"/>
    <dgm:cxn modelId="{32404E0E-A730-42B5-B7A6-640C0762BE17}" type="presParOf" srcId="{F4CD3582-4B31-4110-A3FC-6F3238AD4317}" destId="{88BB2301-10A4-41BB-A635-7736A3E9C3A7}" srcOrd="3" destOrd="0" presId="urn:microsoft.com/office/officeart/2005/8/layout/hierarchy2"/>
    <dgm:cxn modelId="{3B199FF9-3450-4131-A0F2-413193FB7CE0}" type="presParOf" srcId="{88BB2301-10A4-41BB-A635-7736A3E9C3A7}" destId="{41F2D90E-28CD-44F5-9D90-B97A89D64662}" srcOrd="0" destOrd="0" presId="urn:microsoft.com/office/officeart/2005/8/layout/hierarchy2"/>
    <dgm:cxn modelId="{149CD159-65A0-4A14-A967-6099D0140E35}" type="presParOf" srcId="{88BB2301-10A4-41BB-A635-7736A3E9C3A7}" destId="{0511606B-5C2D-4B0D-9F90-B2DE797C749B}" srcOrd="1" destOrd="0" presId="urn:microsoft.com/office/officeart/2005/8/layout/hierarchy2"/>
    <dgm:cxn modelId="{F6D2CC88-48B6-47A5-88D9-7033FEBED655}" type="presParOf" srcId="{0511606B-5C2D-4B0D-9F90-B2DE797C749B}" destId="{EFFDD69D-D68A-4D3D-B1DE-7AEA5EFC3F8B}" srcOrd="0" destOrd="0" presId="urn:microsoft.com/office/officeart/2005/8/layout/hierarchy2"/>
    <dgm:cxn modelId="{6AEAA6FC-922D-487F-BB6B-3A0A6F3AA3C7}" type="presParOf" srcId="{EFFDD69D-D68A-4D3D-B1DE-7AEA5EFC3F8B}" destId="{FE42340A-C4B1-410E-8746-B9449D423F8F}" srcOrd="0" destOrd="0" presId="urn:microsoft.com/office/officeart/2005/8/layout/hierarchy2"/>
    <dgm:cxn modelId="{1B7FD0D3-D695-4A04-BC3B-0A582E6F3152}" type="presParOf" srcId="{0511606B-5C2D-4B0D-9F90-B2DE797C749B}" destId="{EEA72152-F7B8-4CBA-BD8D-A001300133EB}" srcOrd="1" destOrd="0" presId="urn:microsoft.com/office/officeart/2005/8/layout/hierarchy2"/>
    <dgm:cxn modelId="{D885066F-2FF2-4D13-BE24-A38C5B74F7D2}" type="presParOf" srcId="{EEA72152-F7B8-4CBA-BD8D-A001300133EB}" destId="{20FDF42E-277A-4A57-AD66-C48672FB602C}" srcOrd="0" destOrd="0" presId="urn:microsoft.com/office/officeart/2005/8/layout/hierarchy2"/>
    <dgm:cxn modelId="{2FE44D30-1860-49CA-8F32-EB2644B51BF0}" type="presParOf" srcId="{EEA72152-F7B8-4CBA-BD8D-A001300133EB}" destId="{330F272A-9276-4561-A482-589FE8245A18}" srcOrd="1" destOrd="0" presId="urn:microsoft.com/office/officeart/2005/8/layout/hierarchy2"/>
    <dgm:cxn modelId="{E8DEA3A3-1BCE-41E5-81DD-34B8EC44BD09}" type="presParOf" srcId="{330F272A-9276-4561-A482-589FE8245A18}" destId="{4D308E20-F220-40E8-946C-02094C1CC298}" srcOrd="0" destOrd="0" presId="urn:microsoft.com/office/officeart/2005/8/layout/hierarchy2"/>
    <dgm:cxn modelId="{D682BC9D-A7D1-4CB3-9A8B-D077CC42326C}" type="presParOf" srcId="{4D308E20-F220-40E8-946C-02094C1CC298}" destId="{A697C750-B0FE-4E8C-BDA7-1E23D12195C5}" srcOrd="0" destOrd="0" presId="urn:microsoft.com/office/officeart/2005/8/layout/hierarchy2"/>
    <dgm:cxn modelId="{BED57B47-1267-4DB9-929A-FF193D84A2C4}" type="presParOf" srcId="{330F272A-9276-4561-A482-589FE8245A18}" destId="{F01C3556-6892-4314-8A44-95A09FEC5971}" srcOrd="1" destOrd="0" presId="urn:microsoft.com/office/officeart/2005/8/layout/hierarchy2"/>
    <dgm:cxn modelId="{12B6DFB2-5E3C-4B80-9633-8AB821B754C6}" type="presParOf" srcId="{F01C3556-6892-4314-8A44-95A09FEC5971}" destId="{0354EC59-17F9-4976-BCF8-345A0D5F7522}" srcOrd="0" destOrd="0" presId="urn:microsoft.com/office/officeart/2005/8/layout/hierarchy2"/>
    <dgm:cxn modelId="{D259776C-C34E-4510-912D-A86C74580FF2}" type="presParOf" srcId="{F01C3556-6892-4314-8A44-95A09FEC5971}" destId="{6CFBDD3A-677F-47C3-8780-DAF9BD9AD858}" srcOrd="1" destOrd="0" presId="urn:microsoft.com/office/officeart/2005/8/layout/hierarchy2"/>
    <dgm:cxn modelId="{10E7D65F-AF4F-4929-8C59-1221D2E3D639}" type="presParOf" srcId="{0511606B-5C2D-4B0D-9F90-B2DE797C749B}" destId="{9A9C2B24-CF48-405B-A2E2-3616EDC19618}" srcOrd="2" destOrd="0" presId="urn:microsoft.com/office/officeart/2005/8/layout/hierarchy2"/>
    <dgm:cxn modelId="{5B168832-D22C-471F-86FC-DDBED5A48435}" type="presParOf" srcId="{9A9C2B24-CF48-405B-A2E2-3616EDC19618}" destId="{54487A35-AAD9-4F66-98EC-EB5F9E18070E}" srcOrd="0" destOrd="0" presId="urn:microsoft.com/office/officeart/2005/8/layout/hierarchy2"/>
    <dgm:cxn modelId="{230297CE-DD2B-429A-B3AD-1E7D526B8B91}" type="presParOf" srcId="{0511606B-5C2D-4B0D-9F90-B2DE797C749B}" destId="{237CFB9A-4C90-46CB-AD78-8B08B4DD2172}" srcOrd="3" destOrd="0" presId="urn:microsoft.com/office/officeart/2005/8/layout/hierarchy2"/>
    <dgm:cxn modelId="{596FE664-8E6C-43BA-88BE-5105E79148B2}" type="presParOf" srcId="{237CFB9A-4C90-46CB-AD78-8B08B4DD2172}" destId="{68296010-257F-4A0D-A54D-41AD6F7340C0}" srcOrd="0" destOrd="0" presId="urn:microsoft.com/office/officeart/2005/8/layout/hierarchy2"/>
    <dgm:cxn modelId="{40BA60A0-8EF4-45AF-B22B-6EF23841BF9F}" type="presParOf" srcId="{237CFB9A-4C90-46CB-AD78-8B08B4DD2172}" destId="{A9B92D80-A21B-4555-AE18-49598BC1DB16}" srcOrd="1" destOrd="0" presId="urn:microsoft.com/office/officeart/2005/8/layout/hierarchy2"/>
    <dgm:cxn modelId="{59535ABA-D42B-4919-BBFD-406E792DC7BB}" type="presParOf" srcId="{F4CD3582-4B31-4110-A3FC-6F3238AD4317}" destId="{F90984EA-1D7E-407B-81C3-4F30D059F40F}" srcOrd="4" destOrd="0" presId="urn:microsoft.com/office/officeart/2005/8/layout/hierarchy2"/>
    <dgm:cxn modelId="{69E253A0-FDF7-4BC3-A915-C90A312AA06B}" type="presParOf" srcId="{F90984EA-1D7E-407B-81C3-4F30D059F40F}" destId="{3C54EE3C-D81A-40CF-AE40-A0F6B206DC12}" srcOrd="0" destOrd="0" presId="urn:microsoft.com/office/officeart/2005/8/layout/hierarchy2"/>
    <dgm:cxn modelId="{32FA0A8A-8432-4B71-8155-185FF2DE175E}" type="presParOf" srcId="{F4CD3582-4B31-4110-A3FC-6F3238AD4317}" destId="{A546116B-E78B-4207-98A0-0A947FFF9271}" srcOrd="5" destOrd="0" presId="urn:microsoft.com/office/officeart/2005/8/layout/hierarchy2"/>
    <dgm:cxn modelId="{CE9E5BF0-2855-44AD-BB10-69905AFF0223}" type="presParOf" srcId="{A546116B-E78B-4207-98A0-0A947FFF9271}" destId="{95298744-32EA-4E71-AE6A-8403ECECDD8C}" srcOrd="0" destOrd="0" presId="urn:microsoft.com/office/officeart/2005/8/layout/hierarchy2"/>
    <dgm:cxn modelId="{F33B6AF1-7E1F-44C8-91FD-058BE443A429}" type="presParOf" srcId="{A546116B-E78B-4207-98A0-0A947FFF9271}" destId="{A4C254F9-A525-4445-9250-4DC92B6396A6}" srcOrd="1" destOrd="0" presId="urn:microsoft.com/office/officeart/2005/8/layout/hierarchy2"/>
    <dgm:cxn modelId="{781EFD33-E062-4971-B696-D010AF262E3A}" type="presParOf" srcId="{A4C254F9-A525-4445-9250-4DC92B6396A6}" destId="{056B1500-2701-41CC-AA48-59661758CA54}" srcOrd="0" destOrd="0" presId="urn:microsoft.com/office/officeart/2005/8/layout/hierarchy2"/>
    <dgm:cxn modelId="{945413C6-2554-488A-9700-0C91EE8F4A83}" type="presParOf" srcId="{056B1500-2701-41CC-AA48-59661758CA54}" destId="{668626F5-BFBD-44A1-80F4-292C1A53F6B4}" srcOrd="0" destOrd="0" presId="urn:microsoft.com/office/officeart/2005/8/layout/hierarchy2"/>
    <dgm:cxn modelId="{D85A65DD-B14D-46E9-8608-BEB92261E94D}" type="presParOf" srcId="{A4C254F9-A525-4445-9250-4DC92B6396A6}" destId="{EC47BC01-C6E3-4670-ABF6-FBF0F481B60C}" srcOrd="1" destOrd="0" presId="urn:microsoft.com/office/officeart/2005/8/layout/hierarchy2"/>
    <dgm:cxn modelId="{FC6B93C7-2327-408A-B829-EEB19670FA2B}" type="presParOf" srcId="{EC47BC01-C6E3-4670-ABF6-FBF0F481B60C}" destId="{7493B892-FBBE-4CB5-87CA-6137FCAF766A}" srcOrd="0" destOrd="0" presId="urn:microsoft.com/office/officeart/2005/8/layout/hierarchy2"/>
    <dgm:cxn modelId="{2C42817B-2E3D-4CF3-B380-CA6D92699E85}" type="presParOf" srcId="{EC47BC01-C6E3-4670-ABF6-FBF0F481B60C}" destId="{95C4B14E-10FE-44A5-8E8B-F01D3BEB9AB1}" srcOrd="1" destOrd="0" presId="urn:microsoft.com/office/officeart/2005/8/layout/hierarchy2"/>
    <dgm:cxn modelId="{C5B3604F-8B1E-4DC8-B992-167BA7898917}" type="presParOf" srcId="{F4CD3582-4B31-4110-A3FC-6F3238AD4317}" destId="{0E07D594-FE96-492B-9E55-1FFEF3D9E412}" srcOrd="6" destOrd="0" presId="urn:microsoft.com/office/officeart/2005/8/layout/hierarchy2"/>
    <dgm:cxn modelId="{E8BB1215-FA2D-4FDF-97FE-C764AFF9CB25}" type="presParOf" srcId="{0E07D594-FE96-492B-9E55-1FFEF3D9E412}" destId="{0856D3AD-F5B5-4F42-9211-7DF357BBEBB6}" srcOrd="0" destOrd="0" presId="urn:microsoft.com/office/officeart/2005/8/layout/hierarchy2"/>
    <dgm:cxn modelId="{73188231-618C-4216-B838-0CA60C43F121}" type="presParOf" srcId="{F4CD3582-4B31-4110-A3FC-6F3238AD4317}" destId="{EE735B66-2D6A-49B3-BC09-F42BCF66DB96}" srcOrd="7" destOrd="0" presId="urn:microsoft.com/office/officeart/2005/8/layout/hierarchy2"/>
    <dgm:cxn modelId="{779C708E-4B3C-4B65-BF51-83023CBD3C91}" type="presParOf" srcId="{EE735B66-2D6A-49B3-BC09-F42BCF66DB96}" destId="{683263C5-43AB-4583-896F-31051BFBFC24}" srcOrd="0" destOrd="0" presId="urn:microsoft.com/office/officeart/2005/8/layout/hierarchy2"/>
    <dgm:cxn modelId="{E5E9FB88-7575-4369-98F2-15B61E59B63B}" type="presParOf" srcId="{EE735B66-2D6A-49B3-BC09-F42BCF66DB96}" destId="{7ACFECC5-D083-43DF-85FC-DB664E6D6C2D}" srcOrd="1" destOrd="0" presId="urn:microsoft.com/office/officeart/2005/8/layout/hierarchy2"/>
    <dgm:cxn modelId="{5DA67593-F656-4A1D-A53F-19032A966439}" type="presParOf" srcId="{7ACFECC5-D083-43DF-85FC-DB664E6D6C2D}" destId="{E3E7DE42-085C-4D19-BCD5-B411BC96410C}" srcOrd="0" destOrd="0" presId="urn:microsoft.com/office/officeart/2005/8/layout/hierarchy2"/>
    <dgm:cxn modelId="{92D9FB47-EE0A-4952-96C6-BA4687C0057B}" type="presParOf" srcId="{E3E7DE42-085C-4D19-BCD5-B411BC96410C}" destId="{D6714695-3C5B-458D-97DE-70F5D235D4E9}" srcOrd="0" destOrd="0" presId="urn:microsoft.com/office/officeart/2005/8/layout/hierarchy2"/>
    <dgm:cxn modelId="{851288C0-DAA6-4B19-9D34-B10258715BC4}" type="presParOf" srcId="{7ACFECC5-D083-43DF-85FC-DB664E6D6C2D}" destId="{4B13E80C-F71F-4297-A0B3-07CE3510B435}" srcOrd="1" destOrd="0" presId="urn:microsoft.com/office/officeart/2005/8/layout/hierarchy2"/>
    <dgm:cxn modelId="{E99BB892-B59B-4BFB-B3BB-BD174B58C4DB}" type="presParOf" srcId="{4B13E80C-F71F-4297-A0B3-07CE3510B435}" destId="{2215787D-0DB8-4C0E-A20B-D159E8B1412B}" srcOrd="0" destOrd="0" presId="urn:microsoft.com/office/officeart/2005/8/layout/hierarchy2"/>
    <dgm:cxn modelId="{CF07DAB4-C29B-47D0-8241-3F097C52C589}" type="presParOf" srcId="{4B13E80C-F71F-4297-A0B3-07CE3510B435}" destId="{2CF7098E-9CB0-486E-B203-FAB2137DDE2B}" srcOrd="1" destOrd="0" presId="urn:microsoft.com/office/officeart/2005/8/layout/hierarchy2"/>
    <dgm:cxn modelId="{95F5423D-1BD9-4152-B545-61D38A217AAB}" type="presParOf" srcId="{F4CD3582-4B31-4110-A3FC-6F3238AD4317}" destId="{B52AD472-5085-4904-887C-42428D7864C3}" srcOrd="8" destOrd="0" presId="urn:microsoft.com/office/officeart/2005/8/layout/hierarchy2"/>
    <dgm:cxn modelId="{51773C12-0B6C-4CB7-8CD8-E1A8415081AB}" type="presParOf" srcId="{B52AD472-5085-4904-887C-42428D7864C3}" destId="{46722BEC-2E3C-4908-86E6-006B3F683741}" srcOrd="0" destOrd="0" presId="urn:microsoft.com/office/officeart/2005/8/layout/hierarchy2"/>
    <dgm:cxn modelId="{49145C66-4D3B-4856-9F8B-D3AFF59483E1}" type="presParOf" srcId="{F4CD3582-4B31-4110-A3FC-6F3238AD4317}" destId="{FE0F9536-D3D0-4617-AFCC-8D15C904B64E}" srcOrd="9" destOrd="0" presId="urn:microsoft.com/office/officeart/2005/8/layout/hierarchy2"/>
    <dgm:cxn modelId="{CC1D1D40-A71B-4398-98D5-7A39DD426611}" type="presParOf" srcId="{FE0F9536-D3D0-4617-AFCC-8D15C904B64E}" destId="{D1E27320-C537-4A20-A013-6818CA761B90}" srcOrd="0" destOrd="0" presId="urn:microsoft.com/office/officeart/2005/8/layout/hierarchy2"/>
    <dgm:cxn modelId="{7CF9C618-8D6C-4303-91F4-C949B4FA6E5C}" type="presParOf" srcId="{FE0F9536-D3D0-4617-AFCC-8D15C904B64E}" destId="{C9639718-32B4-458F-9682-5CAC097DB59B}" srcOrd="1" destOrd="0" presId="urn:microsoft.com/office/officeart/2005/8/layout/hierarchy2"/>
    <dgm:cxn modelId="{DEA31574-1FEA-4197-B8E3-5058F5167853}" type="presParOf" srcId="{C9639718-32B4-458F-9682-5CAC097DB59B}" destId="{DEB6C0A6-20AA-4FE7-A73E-1AF6F905661C}" srcOrd="0" destOrd="0" presId="urn:microsoft.com/office/officeart/2005/8/layout/hierarchy2"/>
    <dgm:cxn modelId="{94C98ACA-6A3F-43D4-B4BA-8FA3454369FA}" type="presParOf" srcId="{DEB6C0A6-20AA-4FE7-A73E-1AF6F905661C}" destId="{D3011210-7572-487C-9B5F-F7F5D59749E0}" srcOrd="0" destOrd="0" presId="urn:microsoft.com/office/officeart/2005/8/layout/hierarchy2"/>
    <dgm:cxn modelId="{181913EA-15CD-4027-8CAF-7E5F323B5F22}" type="presParOf" srcId="{C9639718-32B4-458F-9682-5CAC097DB59B}" destId="{D0F85CB6-5150-4C22-9816-64140CB99A4C}" srcOrd="1" destOrd="0" presId="urn:microsoft.com/office/officeart/2005/8/layout/hierarchy2"/>
    <dgm:cxn modelId="{85A1DAB7-498A-4FD4-9D50-E83E32EEE8B2}" type="presParOf" srcId="{D0F85CB6-5150-4C22-9816-64140CB99A4C}" destId="{E88F46C6-4E38-4771-BE46-CE76954D31E9}" srcOrd="0" destOrd="0" presId="urn:microsoft.com/office/officeart/2005/8/layout/hierarchy2"/>
    <dgm:cxn modelId="{5684731C-5FB7-4EE8-AAAC-1F57B959142C}" type="presParOf" srcId="{D0F85CB6-5150-4C22-9816-64140CB99A4C}" destId="{56078A5B-0E07-4FE4-BB39-54B81B5FA436}"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BA183F4-1417-4F38-B7E3-9F65420BA554}"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fr-FR"/>
        </a:p>
      </dgm:t>
    </dgm:pt>
    <dgm:pt modelId="{1215EE84-A376-430F-84FF-D091C3EC0931}">
      <dgm:prSet phldrT="[Texte]" phldr="0"/>
      <dgm:spPr/>
      <dgm:t>
        <a:bodyPr/>
        <a:lstStyle/>
        <a:p>
          <a:r>
            <a:rPr lang="fr-FR" dirty="0"/>
            <a:t>Référentiel géographique français</a:t>
          </a:r>
        </a:p>
      </dgm:t>
    </dgm:pt>
    <dgm:pt modelId="{032990A3-304E-426A-A593-6E6EE8CD41F5}" type="parTrans" cxnId="{7C1D520B-2504-4A59-98FF-77AF15115C37}">
      <dgm:prSet/>
      <dgm:spPr/>
      <dgm:t>
        <a:bodyPr/>
        <a:lstStyle/>
        <a:p>
          <a:endParaRPr lang="fr-FR"/>
        </a:p>
      </dgm:t>
    </dgm:pt>
    <dgm:pt modelId="{A2201ECA-D73B-4DB9-AFC1-DCEC07DA597F}" type="sibTrans" cxnId="{7C1D520B-2504-4A59-98FF-77AF15115C37}">
      <dgm:prSet/>
      <dgm:spPr/>
      <dgm:t>
        <a:bodyPr/>
        <a:lstStyle/>
        <a:p>
          <a:endParaRPr lang="fr-FR"/>
        </a:p>
      </dgm:t>
    </dgm:pt>
    <dgm:pt modelId="{FA881572-D4CE-495C-BDCC-8614748A730F}">
      <dgm:prSet phldrT="[Texte]" phldr="0"/>
      <dgm:spPr/>
      <dgm:t>
        <a:bodyPr/>
        <a:lstStyle/>
        <a:p>
          <a:r>
            <a:rPr lang="fr-FR" dirty="0"/>
            <a:t>Regroupement des colonnes </a:t>
          </a:r>
          <a:r>
            <a:rPr lang="fr-FR" dirty="0" err="1"/>
            <a:t>code_region</a:t>
          </a:r>
          <a:r>
            <a:rPr lang="fr-FR" dirty="0"/>
            <a:t> et </a:t>
          </a:r>
          <a:r>
            <a:rPr lang="fr-FR" dirty="0" err="1"/>
            <a:t>nom_region</a:t>
          </a:r>
          <a:endParaRPr lang="fr-FR" dirty="0"/>
        </a:p>
      </dgm:t>
    </dgm:pt>
    <dgm:pt modelId="{27F5994C-DC97-4019-965D-B78AFC464A0C}" type="parTrans" cxnId="{C1CB48B4-5097-4E02-9B91-EEE0150502E6}">
      <dgm:prSet/>
      <dgm:spPr/>
      <dgm:t>
        <a:bodyPr/>
        <a:lstStyle/>
        <a:p>
          <a:endParaRPr lang="fr-FR"/>
        </a:p>
      </dgm:t>
    </dgm:pt>
    <dgm:pt modelId="{8FBD92A7-FD54-4CEF-8F58-217412BEBA39}" type="sibTrans" cxnId="{C1CB48B4-5097-4E02-9B91-EEE0150502E6}">
      <dgm:prSet/>
      <dgm:spPr/>
      <dgm:t>
        <a:bodyPr/>
        <a:lstStyle/>
        <a:p>
          <a:endParaRPr lang="fr-FR"/>
        </a:p>
      </dgm:t>
    </dgm:pt>
    <dgm:pt modelId="{81301952-FEDE-412F-A5C2-16A613ABBFD4}">
      <dgm:prSet phldrT="[Texte]" phldr="0"/>
      <dgm:spPr/>
      <dgm:t>
        <a:bodyPr/>
        <a:lstStyle/>
        <a:p>
          <a:r>
            <a:rPr lang="fr-FR" dirty="0"/>
            <a:t>Region.csv</a:t>
          </a:r>
        </a:p>
      </dgm:t>
    </dgm:pt>
    <dgm:pt modelId="{CFA7B81B-BA4C-4CC7-A418-AA6D21AD0756}" type="parTrans" cxnId="{A7D5C34B-5281-4033-9B2D-DDB6D0694501}">
      <dgm:prSet/>
      <dgm:spPr/>
      <dgm:t>
        <a:bodyPr/>
        <a:lstStyle/>
        <a:p>
          <a:endParaRPr lang="fr-FR"/>
        </a:p>
      </dgm:t>
    </dgm:pt>
    <dgm:pt modelId="{AA24FFBC-E403-46A5-98C1-A5F03DAA9254}" type="sibTrans" cxnId="{A7D5C34B-5281-4033-9B2D-DDB6D0694501}">
      <dgm:prSet/>
      <dgm:spPr/>
      <dgm:t>
        <a:bodyPr/>
        <a:lstStyle/>
        <a:p>
          <a:endParaRPr lang="fr-FR"/>
        </a:p>
      </dgm:t>
    </dgm:pt>
    <dgm:pt modelId="{489E1283-AE42-4B95-8D0D-CC986E55D713}">
      <dgm:prSet phldrT="[Texte]" phldr="0"/>
      <dgm:spPr/>
      <dgm:t>
        <a:bodyPr/>
        <a:lstStyle/>
        <a:p>
          <a:r>
            <a:rPr lang="fr-FR" dirty="0"/>
            <a:t>Regroupement des colonnes </a:t>
          </a:r>
          <a:r>
            <a:rPr lang="fr-FR" dirty="0" err="1"/>
            <a:t>code_departement</a:t>
          </a:r>
          <a:r>
            <a:rPr lang="fr-FR" dirty="0"/>
            <a:t>, </a:t>
          </a:r>
          <a:r>
            <a:rPr lang="fr-FR" dirty="0" err="1"/>
            <a:t>nom_departement</a:t>
          </a:r>
          <a:r>
            <a:rPr lang="fr-FR" dirty="0"/>
            <a:t> et </a:t>
          </a:r>
          <a:r>
            <a:rPr lang="fr-FR" dirty="0" err="1"/>
            <a:t>code_region</a:t>
          </a:r>
          <a:endParaRPr lang="fr-FR" dirty="0"/>
        </a:p>
      </dgm:t>
    </dgm:pt>
    <dgm:pt modelId="{3F3BE2DC-64F2-459C-9846-34E919EB23CA}" type="parTrans" cxnId="{283DC395-F21B-4E09-9C2A-F9F9C26C412C}">
      <dgm:prSet/>
      <dgm:spPr/>
      <dgm:t>
        <a:bodyPr/>
        <a:lstStyle/>
        <a:p>
          <a:endParaRPr lang="fr-FR"/>
        </a:p>
      </dgm:t>
    </dgm:pt>
    <dgm:pt modelId="{EF289A5D-84B3-46BF-A8D7-5B15C40CE0C7}" type="sibTrans" cxnId="{283DC395-F21B-4E09-9C2A-F9F9C26C412C}">
      <dgm:prSet/>
      <dgm:spPr/>
      <dgm:t>
        <a:bodyPr/>
        <a:lstStyle/>
        <a:p>
          <a:endParaRPr lang="fr-FR"/>
        </a:p>
      </dgm:t>
    </dgm:pt>
    <dgm:pt modelId="{E4096504-D1B5-48A1-AEFA-214BD13FBCBF}">
      <dgm:prSet phldrT="[Texte]" phldr="0"/>
      <dgm:spPr/>
      <dgm:t>
        <a:bodyPr/>
        <a:lstStyle/>
        <a:p>
          <a:r>
            <a:rPr lang="fr-FR" dirty="0"/>
            <a:t>Regroupement des colonnes </a:t>
          </a:r>
          <a:r>
            <a:rPr lang="fr-FR" dirty="0" err="1"/>
            <a:t>code_commune</a:t>
          </a:r>
          <a:r>
            <a:rPr lang="fr-FR" dirty="0"/>
            <a:t>, </a:t>
          </a:r>
          <a:r>
            <a:rPr lang="fr-FR" dirty="0" err="1"/>
            <a:t>nom_commune</a:t>
          </a:r>
          <a:r>
            <a:rPr lang="fr-FR" dirty="0"/>
            <a:t> et </a:t>
          </a:r>
          <a:r>
            <a:rPr lang="fr-FR" dirty="0" err="1"/>
            <a:t>code_departement</a:t>
          </a:r>
          <a:endParaRPr lang="fr-FR" dirty="0"/>
        </a:p>
      </dgm:t>
    </dgm:pt>
    <dgm:pt modelId="{307EFAA7-E39A-4924-A729-82A59EF40BB2}" type="parTrans" cxnId="{4CB975F5-3405-4379-AE66-47D91FD4D8CF}">
      <dgm:prSet/>
      <dgm:spPr/>
      <dgm:t>
        <a:bodyPr/>
        <a:lstStyle/>
        <a:p>
          <a:endParaRPr lang="fr-FR"/>
        </a:p>
      </dgm:t>
    </dgm:pt>
    <dgm:pt modelId="{006F01B9-4A03-4081-A0A4-E186A52B04AB}" type="sibTrans" cxnId="{4CB975F5-3405-4379-AE66-47D91FD4D8CF}">
      <dgm:prSet/>
      <dgm:spPr/>
      <dgm:t>
        <a:bodyPr/>
        <a:lstStyle/>
        <a:p>
          <a:endParaRPr lang="fr-FR"/>
        </a:p>
      </dgm:t>
    </dgm:pt>
    <dgm:pt modelId="{4FC090EE-DBDF-4CCB-B3A4-7E58A0212CAC}">
      <dgm:prSet phldrT="[Texte]" phldr="0"/>
      <dgm:spPr/>
      <dgm:t>
        <a:bodyPr/>
        <a:lstStyle/>
        <a:p>
          <a:r>
            <a:rPr lang="fr-FR" dirty="0"/>
            <a:t>Departement.csv</a:t>
          </a:r>
        </a:p>
      </dgm:t>
    </dgm:pt>
    <dgm:pt modelId="{22FE3E1D-56FC-42CD-88C6-7571AF9E9E5B}" type="parTrans" cxnId="{BAE25C88-8167-4860-91A0-1D61DE4F34E2}">
      <dgm:prSet/>
      <dgm:spPr>
        <a:scene3d>
          <a:camera prst="orthographicFront">
            <a:rot lat="0" lon="0" rev="0"/>
          </a:camera>
          <a:lightRig rig="threePt" dir="t"/>
        </a:scene3d>
      </dgm:spPr>
      <dgm:t>
        <a:bodyPr/>
        <a:lstStyle/>
        <a:p>
          <a:endParaRPr lang="fr-FR"/>
        </a:p>
      </dgm:t>
    </dgm:pt>
    <dgm:pt modelId="{E9342FEC-9D0D-4603-BA3C-797B48637816}" type="sibTrans" cxnId="{BAE25C88-8167-4860-91A0-1D61DE4F34E2}">
      <dgm:prSet/>
      <dgm:spPr/>
      <dgm:t>
        <a:bodyPr/>
        <a:lstStyle/>
        <a:p>
          <a:endParaRPr lang="fr-FR"/>
        </a:p>
      </dgm:t>
    </dgm:pt>
    <dgm:pt modelId="{48147AE1-5EC1-49C3-A01C-4C2D16F5D133}">
      <dgm:prSet phldrT="[Texte]" phldr="0"/>
      <dgm:spPr/>
      <dgm:t>
        <a:bodyPr/>
        <a:lstStyle/>
        <a:p>
          <a:r>
            <a:rPr lang="fr-FR" dirty="0"/>
            <a:t>Recensement de la population</a:t>
          </a:r>
        </a:p>
      </dgm:t>
    </dgm:pt>
    <dgm:pt modelId="{9AA46BF9-D5AC-4445-9E3F-41BF76BE85E2}" type="parTrans" cxnId="{D34969AA-FA3A-487D-AE86-9FA20CCE77EC}">
      <dgm:prSet/>
      <dgm:spPr/>
      <dgm:t>
        <a:bodyPr/>
        <a:lstStyle/>
        <a:p>
          <a:endParaRPr lang="fr-FR"/>
        </a:p>
      </dgm:t>
    </dgm:pt>
    <dgm:pt modelId="{C7060C2F-5EAD-43F9-B3F2-2C783751AB41}" type="sibTrans" cxnId="{D34969AA-FA3A-487D-AE86-9FA20CCE77EC}">
      <dgm:prSet/>
      <dgm:spPr/>
      <dgm:t>
        <a:bodyPr/>
        <a:lstStyle/>
        <a:p>
          <a:endParaRPr lang="fr-FR"/>
        </a:p>
      </dgm:t>
    </dgm:pt>
    <dgm:pt modelId="{CF71B3F5-76E4-4535-AA2B-EBF5445D94CE}">
      <dgm:prSet phldrT="[Texte]" phldr="0"/>
      <dgm:spPr/>
      <dgm:t>
        <a:bodyPr/>
        <a:lstStyle/>
        <a:p>
          <a:r>
            <a:rPr lang="fr-FR" dirty="0"/>
            <a:t>Fusion avec le référentiel géographique pour récupérer les colonnes </a:t>
          </a:r>
          <a:r>
            <a:rPr lang="fr-FR" dirty="0" err="1"/>
            <a:t>population_municipale</a:t>
          </a:r>
          <a:r>
            <a:rPr lang="fr-FR" dirty="0"/>
            <a:t> et </a:t>
          </a:r>
          <a:r>
            <a:rPr lang="fr-FR" dirty="0" err="1"/>
            <a:t>population_total</a:t>
          </a:r>
          <a:endParaRPr lang="fr-FR" dirty="0"/>
        </a:p>
      </dgm:t>
    </dgm:pt>
    <dgm:pt modelId="{831CF266-63F9-4C7E-82E2-64DC34F825D0}" type="parTrans" cxnId="{A8D5E2B6-E29C-4BD7-919D-91F7807FD989}">
      <dgm:prSet/>
      <dgm:spPr/>
      <dgm:t>
        <a:bodyPr/>
        <a:lstStyle/>
        <a:p>
          <a:endParaRPr lang="fr-FR"/>
        </a:p>
      </dgm:t>
    </dgm:pt>
    <dgm:pt modelId="{C49A0237-4EAB-474A-A785-EBB9AA83C02A}" type="sibTrans" cxnId="{A8D5E2B6-E29C-4BD7-919D-91F7807FD989}">
      <dgm:prSet/>
      <dgm:spPr/>
      <dgm:t>
        <a:bodyPr/>
        <a:lstStyle/>
        <a:p>
          <a:endParaRPr lang="fr-FR"/>
        </a:p>
      </dgm:t>
    </dgm:pt>
    <dgm:pt modelId="{C6D7141E-38C7-4CEC-9224-8EAA0132B076}">
      <dgm:prSet phldrT="[Texte]" phldr="0"/>
      <dgm:spPr/>
      <dgm:t>
        <a:bodyPr/>
        <a:lstStyle/>
        <a:p>
          <a:r>
            <a:rPr lang="fr-FR" dirty="0"/>
            <a:t>Commune.csv</a:t>
          </a:r>
        </a:p>
      </dgm:t>
    </dgm:pt>
    <dgm:pt modelId="{9FEB1EF6-43A0-49CC-956F-CD4BE9335B93}" type="parTrans" cxnId="{B441C07D-5FE8-477D-A799-EAB881A87929}">
      <dgm:prSet/>
      <dgm:spPr/>
      <dgm:t>
        <a:bodyPr/>
        <a:lstStyle/>
        <a:p>
          <a:endParaRPr lang="fr-FR"/>
        </a:p>
      </dgm:t>
    </dgm:pt>
    <dgm:pt modelId="{1BF131B6-EDE7-43E4-8819-DBB4A9542185}" type="sibTrans" cxnId="{B441C07D-5FE8-477D-A799-EAB881A87929}">
      <dgm:prSet/>
      <dgm:spPr/>
      <dgm:t>
        <a:bodyPr/>
        <a:lstStyle/>
        <a:p>
          <a:endParaRPr lang="fr-FR"/>
        </a:p>
      </dgm:t>
    </dgm:pt>
    <dgm:pt modelId="{72A33F6F-0F94-4D0A-AB72-AA4C3CC3024A}">
      <dgm:prSet phldrT="[Texte]" phldr="0"/>
      <dgm:spPr>
        <a:noFill/>
        <a:ln>
          <a:noFill/>
        </a:ln>
      </dgm:spPr>
      <dgm:t>
        <a:bodyPr/>
        <a:lstStyle/>
        <a:p>
          <a:endParaRPr lang="fr-FR" dirty="0"/>
        </a:p>
      </dgm:t>
    </dgm:pt>
    <dgm:pt modelId="{D9282EF2-26F1-4991-B957-E1E285A8686A}" type="parTrans" cxnId="{EB77A051-DC56-40B1-BC74-DE21EC067B55}">
      <dgm:prSet/>
      <dgm:spPr/>
      <dgm:t>
        <a:bodyPr/>
        <a:lstStyle/>
        <a:p>
          <a:endParaRPr lang="fr-FR"/>
        </a:p>
      </dgm:t>
    </dgm:pt>
    <dgm:pt modelId="{9A2F5A79-FCA3-4B2C-A390-F4C311C315CD}" type="sibTrans" cxnId="{EB77A051-DC56-40B1-BC74-DE21EC067B55}">
      <dgm:prSet/>
      <dgm:spPr/>
      <dgm:t>
        <a:bodyPr/>
        <a:lstStyle/>
        <a:p>
          <a:endParaRPr lang="fr-FR"/>
        </a:p>
      </dgm:t>
    </dgm:pt>
    <dgm:pt modelId="{F667C9F7-01B9-44E8-B033-C950888B8EB5}" type="pres">
      <dgm:prSet presAssocID="{FBA183F4-1417-4F38-B7E3-9F65420BA554}" presName="diagram" presStyleCnt="0">
        <dgm:presLayoutVars>
          <dgm:chPref val="1"/>
          <dgm:dir/>
          <dgm:animOne val="branch"/>
          <dgm:animLvl val="lvl"/>
          <dgm:resizeHandles val="exact"/>
        </dgm:presLayoutVars>
      </dgm:prSet>
      <dgm:spPr/>
    </dgm:pt>
    <dgm:pt modelId="{90F214F8-9610-492A-A066-805D6EF06940}" type="pres">
      <dgm:prSet presAssocID="{1215EE84-A376-430F-84FF-D091C3EC0931}" presName="root1" presStyleCnt="0"/>
      <dgm:spPr/>
    </dgm:pt>
    <dgm:pt modelId="{B17A1FDD-8926-420C-8BFE-1B949EEF9F08}" type="pres">
      <dgm:prSet presAssocID="{1215EE84-A376-430F-84FF-D091C3EC0931}" presName="LevelOneTextNode" presStyleLbl="node0" presStyleIdx="0" presStyleCnt="2">
        <dgm:presLayoutVars>
          <dgm:chPref val="3"/>
        </dgm:presLayoutVars>
      </dgm:prSet>
      <dgm:spPr/>
    </dgm:pt>
    <dgm:pt modelId="{A9B34D71-F4EE-4D1F-8885-9AD89A654E3B}" type="pres">
      <dgm:prSet presAssocID="{1215EE84-A376-430F-84FF-D091C3EC0931}" presName="level2hierChild" presStyleCnt="0"/>
      <dgm:spPr/>
    </dgm:pt>
    <dgm:pt modelId="{D20039A0-A39D-4594-BCE9-09E8FA4558A9}" type="pres">
      <dgm:prSet presAssocID="{27F5994C-DC97-4019-965D-B78AFC464A0C}" presName="conn2-1" presStyleLbl="parChTrans1D2" presStyleIdx="0" presStyleCnt="4"/>
      <dgm:spPr/>
    </dgm:pt>
    <dgm:pt modelId="{DFD63CD3-A4F3-40D2-AE2E-B47453DAD442}" type="pres">
      <dgm:prSet presAssocID="{27F5994C-DC97-4019-965D-B78AFC464A0C}" presName="connTx" presStyleLbl="parChTrans1D2" presStyleIdx="0" presStyleCnt="4"/>
      <dgm:spPr/>
    </dgm:pt>
    <dgm:pt modelId="{7DE7694E-FEB1-4AE8-AF8C-5CFDE3AB8460}" type="pres">
      <dgm:prSet presAssocID="{FA881572-D4CE-495C-BDCC-8614748A730F}" presName="root2" presStyleCnt="0"/>
      <dgm:spPr/>
    </dgm:pt>
    <dgm:pt modelId="{3BF1330F-672C-4BA8-AFB7-6E183FDDFE17}" type="pres">
      <dgm:prSet presAssocID="{FA881572-D4CE-495C-BDCC-8614748A730F}" presName="LevelTwoTextNode" presStyleLbl="node2" presStyleIdx="0" presStyleCnt="4">
        <dgm:presLayoutVars>
          <dgm:chPref val="3"/>
        </dgm:presLayoutVars>
      </dgm:prSet>
      <dgm:spPr/>
    </dgm:pt>
    <dgm:pt modelId="{3B71FAF3-BFAE-46CB-86D2-522F6E8BE6E4}" type="pres">
      <dgm:prSet presAssocID="{FA881572-D4CE-495C-BDCC-8614748A730F}" presName="level3hierChild" presStyleCnt="0"/>
      <dgm:spPr/>
    </dgm:pt>
    <dgm:pt modelId="{BD5E796E-48BF-4D11-987B-44DE11C6CAF0}" type="pres">
      <dgm:prSet presAssocID="{CFA7B81B-BA4C-4CC7-A418-AA6D21AD0756}" presName="conn2-1" presStyleLbl="parChTrans1D3" presStyleIdx="0" presStyleCnt="4"/>
      <dgm:spPr/>
    </dgm:pt>
    <dgm:pt modelId="{83E85B30-5FBC-4B93-A4F8-3DC2BA5B154F}" type="pres">
      <dgm:prSet presAssocID="{CFA7B81B-BA4C-4CC7-A418-AA6D21AD0756}" presName="connTx" presStyleLbl="parChTrans1D3" presStyleIdx="0" presStyleCnt="4"/>
      <dgm:spPr/>
    </dgm:pt>
    <dgm:pt modelId="{1EB25B0A-1364-4067-9591-30C8B7D4C656}" type="pres">
      <dgm:prSet presAssocID="{81301952-FEDE-412F-A5C2-16A613ABBFD4}" presName="root2" presStyleCnt="0"/>
      <dgm:spPr/>
    </dgm:pt>
    <dgm:pt modelId="{414F2B43-5E4C-425D-905C-C1C1F4B51B73}" type="pres">
      <dgm:prSet presAssocID="{81301952-FEDE-412F-A5C2-16A613ABBFD4}" presName="LevelTwoTextNode" presStyleLbl="node3" presStyleIdx="0" presStyleCnt="4">
        <dgm:presLayoutVars>
          <dgm:chPref val="3"/>
        </dgm:presLayoutVars>
      </dgm:prSet>
      <dgm:spPr/>
    </dgm:pt>
    <dgm:pt modelId="{9EA823D7-23EF-4FD3-93AA-F540A3FD6AE3}" type="pres">
      <dgm:prSet presAssocID="{81301952-FEDE-412F-A5C2-16A613ABBFD4}" presName="level3hierChild" presStyleCnt="0"/>
      <dgm:spPr/>
    </dgm:pt>
    <dgm:pt modelId="{86AB64BD-F8EB-4754-A5BB-B40A4FA74842}" type="pres">
      <dgm:prSet presAssocID="{3F3BE2DC-64F2-459C-9846-34E919EB23CA}" presName="conn2-1" presStyleLbl="parChTrans1D2" presStyleIdx="1" presStyleCnt="4"/>
      <dgm:spPr/>
    </dgm:pt>
    <dgm:pt modelId="{8072D0A8-704F-46F5-9564-016A8538165E}" type="pres">
      <dgm:prSet presAssocID="{3F3BE2DC-64F2-459C-9846-34E919EB23CA}" presName="connTx" presStyleLbl="parChTrans1D2" presStyleIdx="1" presStyleCnt="4"/>
      <dgm:spPr/>
    </dgm:pt>
    <dgm:pt modelId="{FD7BDAF5-55FE-43D9-B501-7B71266FA0D4}" type="pres">
      <dgm:prSet presAssocID="{489E1283-AE42-4B95-8D0D-CC986E55D713}" presName="root2" presStyleCnt="0"/>
      <dgm:spPr/>
    </dgm:pt>
    <dgm:pt modelId="{5BF0B508-BBCA-42FD-97AC-CF7863D4097C}" type="pres">
      <dgm:prSet presAssocID="{489E1283-AE42-4B95-8D0D-CC986E55D713}" presName="LevelTwoTextNode" presStyleLbl="node2" presStyleIdx="1" presStyleCnt="4">
        <dgm:presLayoutVars>
          <dgm:chPref val="3"/>
        </dgm:presLayoutVars>
      </dgm:prSet>
      <dgm:spPr/>
    </dgm:pt>
    <dgm:pt modelId="{4D9C3ECA-5085-4880-B70E-073BCC2BC974}" type="pres">
      <dgm:prSet presAssocID="{489E1283-AE42-4B95-8D0D-CC986E55D713}" presName="level3hierChild" presStyleCnt="0"/>
      <dgm:spPr/>
    </dgm:pt>
    <dgm:pt modelId="{CB0EB4FC-63A8-43A5-950B-F4A9706CE7D1}" type="pres">
      <dgm:prSet presAssocID="{22FE3E1D-56FC-42CD-88C6-7571AF9E9E5B}" presName="conn2-1" presStyleLbl="parChTrans1D3" presStyleIdx="1" presStyleCnt="4"/>
      <dgm:spPr/>
    </dgm:pt>
    <dgm:pt modelId="{6DE2F197-DF1D-44C5-85E3-BF86FD2BC4A3}" type="pres">
      <dgm:prSet presAssocID="{22FE3E1D-56FC-42CD-88C6-7571AF9E9E5B}" presName="connTx" presStyleLbl="parChTrans1D3" presStyleIdx="1" presStyleCnt="4"/>
      <dgm:spPr/>
    </dgm:pt>
    <dgm:pt modelId="{BFBB7A13-38BA-41EE-A50D-5DE812511448}" type="pres">
      <dgm:prSet presAssocID="{4FC090EE-DBDF-4CCB-B3A4-7E58A0212CAC}" presName="root2" presStyleCnt="0"/>
      <dgm:spPr/>
    </dgm:pt>
    <dgm:pt modelId="{2671B22E-B029-480F-8DFA-0EC3E950AF70}" type="pres">
      <dgm:prSet presAssocID="{4FC090EE-DBDF-4CCB-B3A4-7E58A0212CAC}" presName="LevelTwoTextNode" presStyleLbl="node3" presStyleIdx="1" presStyleCnt="4">
        <dgm:presLayoutVars>
          <dgm:chPref val="3"/>
        </dgm:presLayoutVars>
      </dgm:prSet>
      <dgm:spPr/>
    </dgm:pt>
    <dgm:pt modelId="{F598730B-3621-46FF-8D54-408A6CD7D2EE}" type="pres">
      <dgm:prSet presAssocID="{4FC090EE-DBDF-4CCB-B3A4-7E58A0212CAC}" presName="level3hierChild" presStyleCnt="0"/>
      <dgm:spPr/>
    </dgm:pt>
    <dgm:pt modelId="{E66838A4-CA78-47AA-B960-2C9C99E7649E}" type="pres">
      <dgm:prSet presAssocID="{307EFAA7-E39A-4924-A729-82A59EF40BB2}" presName="conn2-1" presStyleLbl="parChTrans1D2" presStyleIdx="2" presStyleCnt="4"/>
      <dgm:spPr/>
    </dgm:pt>
    <dgm:pt modelId="{179ADF95-74A0-473A-B279-042DC9CAA533}" type="pres">
      <dgm:prSet presAssocID="{307EFAA7-E39A-4924-A729-82A59EF40BB2}" presName="connTx" presStyleLbl="parChTrans1D2" presStyleIdx="2" presStyleCnt="4"/>
      <dgm:spPr/>
    </dgm:pt>
    <dgm:pt modelId="{3E95DFF5-40DB-4F66-866F-682D49AD502D}" type="pres">
      <dgm:prSet presAssocID="{E4096504-D1B5-48A1-AEFA-214BD13FBCBF}" presName="root2" presStyleCnt="0"/>
      <dgm:spPr/>
    </dgm:pt>
    <dgm:pt modelId="{C7AD6EDC-3E13-4706-876F-B46907145481}" type="pres">
      <dgm:prSet presAssocID="{E4096504-D1B5-48A1-AEFA-214BD13FBCBF}" presName="LevelTwoTextNode" presStyleLbl="node2" presStyleIdx="2" presStyleCnt="4">
        <dgm:presLayoutVars>
          <dgm:chPref val="3"/>
        </dgm:presLayoutVars>
      </dgm:prSet>
      <dgm:spPr/>
    </dgm:pt>
    <dgm:pt modelId="{55A266A4-3F45-4180-812B-29E6845653E4}" type="pres">
      <dgm:prSet presAssocID="{E4096504-D1B5-48A1-AEFA-214BD13FBCBF}" presName="level3hierChild" presStyleCnt="0"/>
      <dgm:spPr/>
    </dgm:pt>
    <dgm:pt modelId="{584A44FE-ABD4-4206-A74D-9A374655D145}" type="pres">
      <dgm:prSet presAssocID="{9FEB1EF6-43A0-49CC-956F-CD4BE9335B93}" presName="conn2-1" presStyleLbl="parChTrans1D3" presStyleIdx="2" presStyleCnt="4"/>
      <dgm:spPr/>
    </dgm:pt>
    <dgm:pt modelId="{595BC57D-A638-4348-B1EC-4856EFD3A0E4}" type="pres">
      <dgm:prSet presAssocID="{9FEB1EF6-43A0-49CC-956F-CD4BE9335B93}" presName="connTx" presStyleLbl="parChTrans1D3" presStyleIdx="2" presStyleCnt="4"/>
      <dgm:spPr/>
    </dgm:pt>
    <dgm:pt modelId="{4E0C4A67-4FBA-40E3-BD75-3765A424C766}" type="pres">
      <dgm:prSet presAssocID="{C6D7141E-38C7-4CEC-9224-8EAA0132B076}" presName="root2" presStyleCnt="0"/>
      <dgm:spPr/>
    </dgm:pt>
    <dgm:pt modelId="{D5F8E8CD-F39C-4261-9D03-D54362EC20B9}" type="pres">
      <dgm:prSet presAssocID="{C6D7141E-38C7-4CEC-9224-8EAA0132B076}" presName="LevelTwoTextNode" presStyleLbl="node3" presStyleIdx="2" presStyleCnt="4" custLinFactNeighborX="-384" custLinFactNeighborY="44464">
        <dgm:presLayoutVars>
          <dgm:chPref val="3"/>
        </dgm:presLayoutVars>
      </dgm:prSet>
      <dgm:spPr/>
    </dgm:pt>
    <dgm:pt modelId="{2492A38B-D732-4B9E-ADD9-697D4CEE7AD1}" type="pres">
      <dgm:prSet presAssocID="{C6D7141E-38C7-4CEC-9224-8EAA0132B076}" presName="level3hierChild" presStyleCnt="0"/>
      <dgm:spPr/>
    </dgm:pt>
    <dgm:pt modelId="{E7B6951A-48AB-43FC-9AED-4982EBCB188E}" type="pres">
      <dgm:prSet presAssocID="{48147AE1-5EC1-49C3-A01C-4C2D16F5D133}" presName="root1" presStyleCnt="0"/>
      <dgm:spPr/>
    </dgm:pt>
    <dgm:pt modelId="{1017AEED-AC70-4EEE-B8D8-D9D3FDB9FA10}" type="pres">
      <dgm:prSet presAssocID="{48147AE1-5EC1-49C3-A01C-4C2D16F5D133}" presName="LevelOneTextNode" presStyleLbl="node0" presStyleIdx="1" presStyleCnt="2">
        <dgm:presLayoutVars>
          <dgm:chPref val="3"/>
        </dgm:presLayoutVars>
      </dgm:prSet>
      <dgm:spPr/>
    </dgm:pt>
    <dgm:pt modelId="{8103C454-A4AB-4066-BBEE-D1A6A903CFC4}" type="pres">
      <dgm:prSet presAssocID="{48147AE1-5EC1-49C3-A01C-4C2D16F5D133}" presName="level2hierChild" presStyleCnt="0"/>
      <dgm:spPr/>
    </dgm:pt>
    <dgm:pt modelId="{7AAEE2F5-B300-426F-A4D7-C1C414755ABF}" type="pres">
      <dgm:prSet presAssocID="{831CF266-63F9-4C7E-82E2-64DC34F825D0}" presName="conn2-1" presStyleLbl="parChTrans1D2" presStyleIdx="3" presStyleCnt="4"/>
      <dgm:spPr/>
    </dgm:pt>
    <dgm:pt modelId="{73B08267-AECD-4E3F-9FBF-5D916D777F2B}" type="pres">
      <dgm:prSet presAssocID="{831CF266-63F9-4C7E-82E2-64DC34F825D0}" presName="connTx" presStyleLbl="parChTrans1D2" presStyleIdx="3" presStyleCnt="4"/>
      <dgm:spPr/>
    </dgm:pt>
    <dgm:pt modelId="{8E45B6D7-9F94-4880-80DA-8919274CC829}" type="pres">
      <dgm:prSet presAssocID="{CF71B3F5-76E4-4535-AA2B-EBF5445D94CE}" presName="root2" presStyleCnt="0"/>
      <dgm:spPr/>
    </dgm:pt>
    <dgm:pt modelId="{8F63EC64-1E3F-4257-ACF4-F8792E56D0B3}" type="pres">
      <dgm:prSet presAssocID="{CF71B3F5-76E4-4535-AA2B-EBF5445D94CE}" presName="LevelTwoTextNode" presStyleLbl="node2" presStyleIdx="3" presStyleCnt="4">
        <dgm:presLayoutVars>
          <dgm:chPref val="3"/>
        </dgm:presLayoutVars>
      </dgm:prSet>
      <dgm:spPr/>
    </dgm:pt>
    <dgm:pt modelId="{D29B36F5-5E13-4386-9031-2A0248053245}" type="pres">
      <dgm:prSet presAssocID="{CF71B3F5-76E4-4535-AA2B-EBF5445D94CE}" presName="level3hierChild" presStyleCnt="0"/>
      <dgm:spPr/>
    </dgm:pt>
    <dgm:pt modelId="{69C65DBE-8112-4211-BE8C-978E4872D8E5}" type="pres">
      <dgm:prSet presAssocID="{D9282EF2-26F1-4991-B957-E1E285A8686A}" presName="conn2-1" presStyleLbl="parChTrans1D3" presStyleIdx="3" presStyleCnt="4"/>
      <dgm:spPr/>
    </dgm:pt>
    <dgm:pt modelId="{A51DC467-928F-45B8-B490-9B206081ECDC}" type="pres">
      <dgm:prSet presAssocID="{D9282EF2-26F1-4991-B957-E1E285A8686A}" presName="connTx" presStyleLbl="parChTrans1D3" presStyleIdx="3" presStyleCnt="4"/>
      <dgm:spPr/>
    </dgm:pt>
    <dgm:pt modelId="{4DD4615F-4D0F-405C-9F44-01F4BF43F222}" type="pres">
      <dgm:prSet presAssocID="{72A33F6F-0F94-4D0A-AB72-AA4C3CC3024A}" presName="root2" presStyleCnt="0"/>
      <dgm:spPr/>
    </dgm:pt>
    <dgm:pt modelId="{8B92B20F-4F34-4D5D-BC8E-E588B81A0DBD}" type="pres">
      <dgm:prSet presAssocID="{72A33F6F-0F94-4D0A-AB72-AA4C3CC3024A}" presName="LevelTwoTextNode" presStyleLbl="node3" presStyleIdx="3" presStyleCnt="4" custLinFactNeighborX="483" custLinFactNeighborY="-40597">
        <dgm:presLayoutVars>
          <dgm:chPref val="3"/>
        </dgm:presLayoutVars>
      </dgm:prSet>
      <dgm:spPr/>
    </dgm:pt>
    <dgm:pt modelId="{AE008CBB-71F0-4A32-9663-CD9FFA08DC26}" type="pres">
      <dgm:prSet presAssocID="{72A33F6F-0F94-4D0A-AB72-AA4C3CC3024A}" presName="level3hierChild" presStyleCnt="0"/>
      <dgm:spPr/>
    </dgm:pt>
  </dgm:ptLst>
  <dgm:cxnLst>
    <dgm:cxn modelId="{C4EB5602-DB54-41D2-BB7C-95EC8F19BE0D}" type="presOf" srcId="{307EFAA7-E39A-4924-A729-82A59EF40BB2}" destId="{E66838A4-CA78-47AA-B960-2C9C99E7649E}" srcOrd="0" destOrd="0" presId="urn:microsoft.com/office/officeart/2005/8/layout/hierarchy2"/>
    <dgm:cxn modelId="{1DA34003-864A-4DDA-B76D-E110B33F3AA6}" type="presOf" srcId="{D9282EF2-26F1-4991-B957-E1E285A8686A}" destId="{69C65DBE-8112-4211-BE8C-978E4872D8E5}" srcOrd="0" destOrd="0" presId="urn:microsoft.com/office/officeart/2005/8/layout/hierarchy2"/>
    <dgm:cxn modelId="{37CF070A-D684-422B-A782-21324BECC58D}" type="presOf" srcId="{307EFAA7-E39A-4924-A729-82A59EF40BB2}" destId="{179ADF95-74A0-473A-B279-042DC9CAA533}" srcOrd="1" destOrd="0" presId="urn:microsoft.com/office/officeart/2005/8/layout/hierarchy2"/>
    <dgm:cxn modelId="{7C1D520B-2504-4A59-98FF-77AF15115C37}" srcId="{FBA183F4-1417-4F38-B7E3-9F65420BA554}" destId="{1215EE84-A376-430F-84FF-D091C3EC0931}" srcOrd="0" destOrd="0" parTransId="{032990A3-304E-426A-A593-6E6EE8CD41F5}" sibTransId="{A2201ECA-D73B-4DB9-AFC1-DCEC07DA597F}"/>
    <dgm:cxn modelId="{529FDF0C-CC98-45C7-AA51-77D5C6FF5EF8}" type="presOf" srcId="{48147AE1-5EC1-49C3-A01C-4C2D16F5D133}" destId="{1017AEED-AC70-4EEE-B8D8-D9D3FDB9FA10}" srcOrd="0" destOrd="0" presId="urn:microsoft.com/office/officeart/2005/8/layout/hierarchy2"/>
    <dgm:cxn modelId="{8BA3CF1B-4E9B-492A-8896-A85E04E643F0}" type="presOf" srcId="{3F3BE2DC-64F2-459C-9846-34E919EB23CA}" destId="{8072D0A8-704F-46F5-9564-016A8538165E}" srcOrd="1" destOrd="0" presId="urn:microsoft.com/office/officeart/2005/8/layout/hierarchy2"/>
    <dgm:cxn modelId="{87FF7D1C-D69F-44EE-AEEE-913A90C9C839}" type="presOf" srcId="{489E1283-AE42-4B95-8D0D-CC986E55D713}" destId="{5BF0B508-BBCA-42FD-97AC-CF7863D4097C}" srcOrd="0" destOrd="0" presId="urn:microsoft.com/office/officeart/2005/8/layout/hierarchy2"/>
    <dgm:cxn modelId="{12F71C1D-CD90-4798-B686-90AAE95961E4}" type="presOf" srcId="{9FEB1EF6-43A0-49CC-956F-CD4BE9335B93}" destId="{595BC57D-A638-4348-B1EC-4856EFD3A0E4}" srcOrd="1" destOrd="0" presId="urn:microsoft.com/office/officeart/2005/8/layout/hierarchy2"/>
    <dgm:cxn modelId="{B9E6F51E-69EB-421A-A0EB-2185E264BF06}" type="presOf" srcId="{C6D7141E-38C7-4CEC-9224-8EAA0132B076}" destId="{D5F8E8CD-F39C-4261-9D03-D54362EC20B9}" srcOrd="0" destOrd="0" presId="urn:microsoft.com/office/officeart/2005/8/layout/hierarchy2"/>
    <dgm:cxn modelId="{72E5592A-FE79-419A-AFFE-3FEB9980B33D}" type="presOf" srcId="{831CF266-63F9-4C7E-82E2-64DC34F825D0}" destId="{7AAEE2F5-B300-426F-A4D7-C1C414755ABF}" srcOrd="0" destOrd="0" presId="urn:microsoft.com/office/officeart/2005/8/layout/hierarchy2"/>
    <dgm:cxn modelId="{CD3BBE5D-9E78-4194-8AB8-749EBDA41E1D}" type="presOf" srcId="{4FC090EE-DBDF-4CCB-B3A4-7E58A0212CAC}" destId="{2671B22E-B029-480F-8DFA-0EC3E950AF70}" srcOrd="0" destOrd="0" presId="urn:microsoft.com/office/officeart/2005/8/layout/hierarchy2"/>
    <dgm:cxn modelId="{18788C64-25D2-4CF4-89CC-9983E47584B4}" type="presOf" srcId="{FBA183F4-1417-4F38-B7E3-9F65420BA554}" destId="{F667C9F7-01B9-44E8-B033-C950888B8EB5}" srcOrd="0" destOrd="0" presId="urn:microsoft.com/office/officeart/2005/8/layout/hierarchy2"/>
    <dgm:cxn modelId="{D8655E47-1CC0-49B0-8FF5-EAAB5C723EE0}" type="presOf" srcId="{22FE3E1D-56FC-42CD-88C6-7571AF9E9E5B}" destId="{CB0EB4FC-63A8-43A5-950B-F4A9706CE7D1}" srcOrd="0" destOrd="0" presId="urn:microsoft.com/office/officeart/2005/8/layout/hierarchy2"/>
    <dgm:cxn modelId="{E4528747-E82C-4C7D-A180-A1B5CECC9BF3}" type="presOf" srcId="{22FE3E1D-56FC-42CD-88C6-7571AF9E9E5B}" destId="{6DE2F197-DF1D-44C5-85E3-BF86FD2BC4A3}" srcOrd="1" destOrd="0" presId="urn:microsoft.com/office/officeart/2005/8/layout/hierarchy2"/>
    <dgm:cxn modelId="{E911FA4A-0E6F-423D-B236-E37A89ADD74F}" type="presOf" srcId="{27F5994C-DC97-4019-965D-B78AFC464A0C}" destId="{DFD63CD3-A4F3-40D2-AE2E-B47453DAD442}" srcOrd="1" destOrd="0" presId="urn:microsoft.com/office/officeart/2005/8/layout/hierarchy2"/>
    <dgm:cxn modelId="{A7D5C34B-5281-4033-9B2D-DDB6D0694501}" srcId="{FA881572-D4CE-495C-BDCC-8614748A730F}" destId="{81301952-FEDE-412F-A5C2-16A613ABBFD4}" srcOrd="0" destOrd="0" parTransId="{CFA7B81B-BA4C-4CC7-A418-AA6D21AD0756}" sibTransId="{AA24FFBC-E403-46A5-98C1-A5F03DAA9254}"/>
    <dgm:cxn modelId="{65EE4C4E-4395-4833-91CE-BB38CAF658BD}" type="presOf" srcId="{CFA7B81B-BA4C-4CC7-A418-AA6D21AD0756}" destId="{83E85B30-5FBC-4B93-A4F8-3DC2BA5B154F}" srcOrd="1" destOrd="0" presId="urn:microsoft.com/office/officeart/2005/8/layout/hierarchy2"/>
    <dgm:cxn modelId="{CACAA14E-5FFE-4D51-B93F-BC6BD993AC27}" type="presOf" srcId="{9FEB1EF6-43A0-49CC-956F-CD4BE9335B93}" destId="{584A44FE-ABD4-4206-A74D-9A374655D145}" srcOrd="0" destOrd="0" presId="urn:microsoft.com/office/officeart/2005/8/layout/hierarchy2"/>
    <dgm:cxn modelId="{EB77A051-DC56-40B1-BC74-DE21EC067B55}" srcId="{CF71B3F5-76E4-4535-AA2B-EBF5445D94CE}" destId="{72A33F6F-0F94-4D0A-AB72-AA4C3CC3024A}" srcOrd="0" destOrd="0" parTransId="{D9282EF2-26F1-4991-B957-E1E285A8686A}" sibTransId="{9A2F5A79-FCA3-4B2C-A390-F4C311C315CD}"/>
    <dgm:cxn modelId="{E628A274-C237-4B15-88B8-C18B2C0B7F66}" type="presOf" srcId="{81301952-FEDE-412F-A5C2-16A613ABBFD4}" destId="{414F2B43-5E4C-425D-905C-C1C1F4B51B73}" srcOrd="0" destOrd="0" presId="urn:microsoft.com/office/officeart/2005/8/layout/hierarchy2"/>
    <dgm:cxn modelId="{9638D155-3657-47FE-804F-9182085164A9}" type="presOf" srcId="{3F3BE2DC-64F2-459C-9846-34E919EB23CA}" destId="{86AB64BD-F8EB-4754-A5BB-B40A4FA74842}" srcOrd="0" destOrd="0" presId="urn:microsoft.com/office/officeart/2005/8/layout/hierarchy2"/>
    <dgm:cxn modelId="{B441C07D-5FE8-477D-A799-EAB881A87929}" srcId="{E4096504-D1B5-48A1-AEFA-214BD13FBCBF}" destId="{C6D7141E-38C7-4CEC-9224-8EAA0132B076}" srcOrd="0" destOrd="0" parTransId="{9FEB1EF6-43A0-49CC-956F-CD4BE9335B93}" sibTransId="{1BF131B6-EDE7-43E4-8819-DBB4A9542185}"/>
    <dgm:cxn modelId="{7FD9C280-185B-41C5-8751-1AA698CFC32E}" type="presOf" srcId="{E4096504-D1B5-48A1-AEFA-214BD13FBCBF}" destId="{C7AD6EDC-3E13-4706-876F-B46907145481}" srcOrd="0" destOrd="0" presId="urn:microsoft.com/office/officeart/2005/8/layout/hierarchy2"/>
    <dgm:cxn modelId="{BAE25C88-8167-4860-91A0-1D61DE4F34E2}" srcId="{489E1283-AE42-4B95-8D0D-CC986E55D713}" destId="{4FC090EE-DBDF-4CCB-B3A4-7E58A0212CAC}" srcOrd="0" destOrd="0" parTransId="{22FE3E1D-56FC-42CD-88C6-7571AF9E9E5B}" sibTransId="{E9342FEC-9D0D-4603-BA3C-797B48637816}"/>
    <dgm:cxn modelId="{A15F038D-8B4D-4448-97B5-E4735FB29DAD}" type="presOf" srcId="{CF71B3F5-76E4-4535-AA2B-EBF5445D94CE}" destId="{8F63EC64-1E3F-4257-ACF4-F8792E56D0B3}" srcOrd="0" destOrd="0" presId="urn:microsoft.com/office/officeart/2005/8/layout/hierarchy2"/>
    <dgm:cxn modelId="{0811E88F-65C2-49AE-AD5C-CF5B35AC30FF}" type="presOf" srcId="{831CF266-63F9-4C7E-82E2-64DC34F825D0}" destId="{73B08267-AECD-4E3F-9FBF-5D916D777F2B}" srcOrd="1" destOrd="0" presId="urn:microsoft.com/office/officeart/2005/8/layout/hierarchy2"/>
    <dgm:cxn modelId="{76EA4495-45E3-4BAF-9964-0A8361CE51BD}" type="presOf" srcId="{72A33F6F-0F94-4D0A-AB72-AA4C3CC3024A}" destId="{8B92B20F-4F34-4D5D-BC8E-E588B81A0DBD}" srcOrd="0" destOrd="0" presId="urn:microsoft.com/office/officeart/2005/8/layout/hierarchy2"/>
    <dgm:cxn modelId="{283DC395-F21B-4E09-9C2A-F9F9C26C412C}" srcId="{1215EE84-A376-430F-84FF-D091C3EC0931}" destId="{489E1283-AE42-4B95-8D0D-CC986E55D713}" srcOrd="1" destOrd="0" parTransId="{3F3BE2DC-64F2-459C-9846-34E919EB23CA}" sibTransId="{EF289A5D-84B3-46BF-A8D7-5B15C40CE0C7}"/>
    <dgm:cxn modelId="{58C44699-12D2-4F5F-BED3-BF4E5ABA125E}" type="presOf" srcId="{27F5994C-DC97-4019-965D-B78AFC464A0C}" destId="{D20039A0-A39D-4594-BCE9-09E8FA4558A9}" srcOrd="0" destOrd="0" presId="urn:microsoft.com/office/officeart/2005/8/layout/hierarchy2"/>
    <dgm:cxn modelId="{3F02DCA8-A7F1-4258-A025-492027C801E0}" type="presOf" srcId="{1215EE84-A376-430F-84FF-D091C3EC0931}" destId="{B17A1FDD-8926-420C-8BFE-1B949EEF9F08}" srcOrd="0" destOrd="0" presId="urn:microsoft.com/office/officeart/2005/8/layout/hierarchy2"/>
    <dgm:cxn modelId="{D34969AA-FA3A-487D-AE86-9FA20CCE77EC}" srcId="{FBA183F4-1417-4F38-B7E3-9F65420BA554}" destId="{48147AE1-5EC1-49C3-A01C-4C2D16F5D133}" srcOrd="1" destOrd="0" parTransId="{9AA46BF9-D5AC-4445-9E3F-41BF76BE85E2}" sibTransId="{C7060C2F-5EAD-43F9-B3F2-2C783751AB41}"/>
    <dgm:cxn modelId="{8782ADB0-E617-4739-8976-3DCC6BDD1D74}" type="presOf" srcId="{CFA7B81B-BA4C-4CC7-A418-AA6D21AD0756}" destId="{BD5E796E-48BF-4D11-987B-44DE11C6CAF0}" srcOrd="0" destOrd="0" presId="urn:microsoft.com/office/officeart/2005/8/layout/hierarchy2"/>
    <dgm:cxn modelId="{C1CB48B4-5097-4E02-9B91-EEE0150502E6}" srcId="{1215EE84-A376-430F-84FF-D091C3EC0931}" destId="{FA881572-D4CE-495C-BDCC-8614748A730F}" srcOrd="0" destOrd="0" parTransId="{27F5994C-DC97-4019-965D-B78AFC464A0C}" sibTransId="{8FBD92A7-FD54-4CEF-8F58-217412BEBA39}"/>
    <dgm:cxn modelId="{A8D5E2B6-E29C-4BD7-919D-91F7807FD989}" srcId="{48147AE1-5EC1-49C3-A01C-4C2D16F5D133}" destId="{CF71B3F5-76E4-4535-AA2B-EBF5445D94CE}" srcOrd="0" destOrd="0" parTransId="{831CF266-63F9-4C7E-82E2-64DC34F825D0}" sibTransId="{C49A0237-4EAB-474A-A785-EBB9AA83C02A}"/>
    <dgm:cxn modelId="{2BD2A7D3-EC99-433B-A9D7-5D098139A760}" type="presOf" srcId="{D9282EF2-26F1-4991-B957-E1E285A8686A}" destId="{A51DC467-928F-45B8-B490-9B206081ECDC}" srcOrd="1" destOrd="0" presId="urn:microsoft.com/office/officeart/2005/8/layout/hierarchy2"/>
    <dgm:cxn modelId="{3BB4E0F3-A61D-4804-9D79-37D9EEC18DCF}" type="presOf" srcId="{FA881572-D4CE-495C-BDCC-8614748A730F}" destId="{3BF1330F-672C-4BA8-AFB7-6E183FDDFE17}" srcOrd="0" destOrd="0" presId="urn:microsoft.com/office/officeart/2005/8/layout/hierarchy2"/>
    <dgm:cxn modelId="{4CB975F5-3405-4379-AE66-47D91FD4D8CF}" srcId="{1215EE84-A376-430F-84FF-D091C3EC0931}" destId="{E4096504-D1B5-48A1-AEFA-214BD13FBCBF}" srcOrd="2" destOrd="0" parTransId="{307EFAA7-E39A-4924-A729-82A59EF40BB2}" sibTransId="{006F01B9-4A03-4081-A0A4-E186A52B04AB}"/>
    <dgm:cxn modelId="{26D9FF5E-385C-4981-95A6-468E8EA12E55}" type="presParOf" srcId="{F667C9F7-01B9-44E8-B033-C950888B8EB5}" destId="{90F214F8-9610-492A-A066-805D6EF06940}" srcOrd="0" destOrd="0" presId="urn:microsoft.com/office/officeart/2005/8/layout/hierarchy2"/>
    <dgm:cxn modelId="{EE3A7764-A00B-4B71-9F11-7A2FC7FE9198}" type="presParOf" srcId="{90F214F8-9610-492A-A066-805D6EF06940}" destId="{B17A1FDD-8926-420C-8BFE-1B949EEF9F08}" srcOrd="0" destOrd="0" presId="urn:microsoft.com/office/officeart/2005/8/layout/hierarchy2"/>
    <dgm:cxn modelId="{84311E0E-0EE7-4015-8E2C-6E5A42BE8115}" type="presParOf" srcId="{90F214F8-9610-492A-A066-805D6EF06940}" destId="{A9B34D71-F4EE-4D1F-8885-9AD89A654E3B}" srcOrd="1" destOrd="0" presId="urn:microsoft.com/office/officeart/2005/8/layout/hierarchy2"/>
    <dgm:cxn modelId="{B8E7C195-8E87-4A93-A6D0-9430CCC57A3F}" type="presParOf" srcId="{A9B34D71-F4EE-4D1F-8885-9AD89A654E3B}" destId="{D20039A0-A39D-4594-BCE9-09E8FA4558A9}" srcOrd="0" destOrd="0" presId="urn:microsoft.com/office/officeart/2005/8/layout/hierarchy2"/>
    <dgm:cxn modelId="{8A29AB82-4FEC-4389-8F54-307DA32339EC}" type="presParOf" srcId="{D20039A0-A39D-4594-BCE9-09E8FA4558A9}" destId="{DFD63CD3-A4F3-40D2-AE2E-B47453DAD442}" srcOrd="0" destOrd="0" presId="urn:microsoft.com/office/officeart/2005/8/layout/hierarchy2"/>
    <dgm:cxn modelId="{4E03A901-B858-439D-B39D-D38533BBAAAD}" type="presParOf" srcId="{A9B34D71-F4EE-4D1F-8885-9AD89A654E3B}" destId="{7DE7694E-FEB1-4AE8-AF8C-5CFDE3AB8460}" srcOrd="1" destOrd="0" presId="urn:microsoft.com/office/officeart/2005/8/layout/hierarchy2"/>
    <dgm:cxn modelId="{EFF44D08-6B22-4B85-A830-55E2E4092CAF}" type="presParOf" srcId="{7DE7694E-FEB1-4AE8-AF8C-5CFDE3AB8460}" destId="{3BF1330F-672C-4BA8-AFB7-6E183FDDFE17}" srcOrd="0" destOrd="0" presId="urn:microsoft.com/office/officeart/2005/8/layout/hierarchy2"/>
    <dgm:cxn modelId="{8EA6EB41-DF56-463C-B6C2-60150B341DCA}" type="presParOf" srcId="{7DE7694E-FEB1-4AE8-AF8C-5CFDE3AB8460}" destId="{3B71FAF3-BFAE-46CB-86D2-522F6E8BE6E4}" srcOrd="1" destOrd="0" presId="urn:microsoft.com/office/officeart/2005/8/layout/hierarchy2"/>
    <dgm:cxn modelId="{6C1EB48B-90B7-4C03-B47F-634300F535BA}" type="presParOf" srcId="{3B71FAF3-BFAE-46CB-86D2-522F6E8BE6E4}" destId="{BD5E796E-48BF-4D11-987B-44DE11C6CAF0}" srcOrd="0" destOrd="0" presId="urn:microsoft.com/office/officeart/2005/8/layout/hierarchy2"/>
    <dgm:cxn modelId="{50E24DDC-714F-48F2-8955-21476D9193DD}" type="presParOf" srcId="{BD5E796E-48BF-4D11-987B-44DE11C6CAF0}" destId="{83E85B30-5FBC-4B93-A4F8-3DC2BA5B154F}" srcOrd="0" destOrd="0" presId="urn:microsoft.com/office/officeart/2005/8/layout/hierarchy2"/>
    <dgm:cxn modelId="{CCE6BEEA-6C13-40F6-856E-D273BCCA97DE}" type="presParOf" srcId="{3B71FAF3-BFAE-46CB-86D2-522F6E8BE6E4}" destId="{1EB25B0A-1364-4067-9591-30C8B7D4C656}" srcOrd="1" destOrd="0" presId="urn:microsoft.com/office/officeart/2005/8/layout/hierarchy2"/>
    <dgm:cxn modelId="{85267222-CA77-4314-B7EC-B7F55906239D}" type="presParOf" srcId="{1EB25B0A-1364-4067-9591-30C8B7D4C656}" destId="{414F2B43-5E4C-425D-905C-C1C1F4B51B73}" srcOrd="0" destOrd="0" presId="urn:microsoft.com/office/officeart/2005/8/layout/hierarchy2"/>
    <dgm:cxn modelId="{552E5C4E-EB87-4274-973D-12DA23C5453E}" type="presParOf" srcId="{1EB25B0A-1364-4067-9591-30C8B7D4C656}" destId="{9EA823D7-23EF-4FD3-93AA-F540A3FD6AE3}" srcOrd="1" destOrd="0" presId="urn:microsoft.com/office/officeart/2005/8/layout/hierarchy2"/>
    <dgm:cxn modelId="{2D4111A5-62AA-4018-9727-A128F479445E}" type="presParOf" srcId="{A9B34D71-F4EE-4D1F-8885-9AD89A654E3B}" destId="{86AB64BD-F8EB-4754-A5BB-B40A4FA74842}" srcOrd="2" destOrd="0" presId="urn:microsoft.com/office/officeart/2005/8/layout/hierarchy2"/>
    <dgm:cxn modelId="{BBC558A4-3A7B-434E-91A6-E63E46E59993}" type="presParOf" srcId="{86AB64BD-F8EB-4754-A5BB-B40A4FA74842}" destId="{8072D0A8-704F-46F5-9564-016A8538165E}" srcOrd="0" destOrd="0" presId="urn:microsoft.com/office/officeart/2005/8/layout/hierarchy2"/>
    <dgm:cxn modelId="{3A3F01AA-FEF6-4214-AB92-C6DA5A5650D5}" type="presParOf" srcId="{A9B34D71-F4EE-4D1F-8885-9AD89A654E3B}" destId="{FD7BDAF5-55FE-43D9-B501-7B71266FA0D4}" srcOrd="3" destOrd="0" presId="urn:microsoft.com/office/officeart/2005/8/layout/hierarchy2"/>
    <dgm:cxn modelId="{E3E35F1B-0BD5-4D47-8228-C21B42330666}" type="presParOf" srcId="{FD7BDAF5-55FE-43D9-B501-7B71266FA0D4}" destId="{5BF0B508-BBCA-42FD-97AC-CF7863D4097C}" srcOrd="0" destOrd="0" presId="urn:microsoft.com/office/officeart/2005/8/layout/hierarchy2"/>
    <dgm:cxn modelId="{F0BB3C8D-DE89-4917-BB4D-95D10BE9ACAB}" type="presParOf" srcId="{FD7BDAF5-55FE-43D9-B501-7B71266FA0D4}" destId="{4D9C3ECA-5085-4880-B70E-073BCC2BC974}" srcOrd="1" destOrd="0" presId="urn:microsoft.com/office/officeart/2005/8/layout/hierarchy2"/>
    <dgm:cxn modelId="{B28A62B2-BACF-4FD4-A878-8F3B402E9D4D}" type="presParOf" srcId="{4D9C3ECA-5085-4880-B70E-073BCC2BC974}" destId="{CB0EB4FC-63A8-43A5-950B-F4A9706CE7D1}" srcOrd="0" destOrd="0" presId="urn:microsoft.com/office/officeart/2005/8/layout/hierarchy2"/>
    <dgm:cxn modelId="{CF67485E-DF89-431A-B195-BFEDD99C074A}" type="presParOf" srcId="{CB0EB4FC-63A8-43A5-950B-F4A9706CE7D1}" destId="{6DE2F197-DF1D-44C5-85E3-BF86FD2BC4A3}" srcOrd="0" destOrd="0" presId="urn:microsoft.com/office/officeart/2005/8/layout/hierarchy2"/>
    <dgm:cxn modelId="{F1C4AB48-A15F-43E6-80AE-A42D8082702D}" type="presParOf" srcId="{4D9C3ECA-5085-4880-B70E-073BCC2BC974}" destId="{BFBB7A13-38BA-41EE-A50D-5DE812511448}" srcOrd="1" destOrd="0" presId="urn:microsoft.com/office/officeart/2005/8/layout/hierarchy2"/>
    <dgm:cxn modelId="{764F0768-9950-43E6-9957-D937FB64A24E}" type="presParOf" srcId="{BFBB7A13-38BA-41EE-A50D-5DE812511448}" destId="{2671B22E-B029-480F-8DFA-0EC3E950AF70}" srcOrd="0" destOrd="0" presId="urn:microsoft.com/office/officeart/2005/8/layout/hierarchy2"/>
    <dgm:cxn modelId="{D24760E5-77A5-46DA-A563-4D9DA7A0A0E6}" type="presParOf" srcId="{BFBB7A13-38BA-41EE-A50D-5DE812511448}" destId="{F598730B-3621-46FF-8D54-408A6CD7D2EE}" srcOrd="1" destOrd="0" presId="urn:microsoft.com/office/officeart/2005/8/layout/hierarchy2"/>
    <dgm:cxn modelId="{D11C89F6-B1DB-4FB7-8586-8D51F1FF41A1}" type="presParOf" srcId="{A9B34D71-F4EE-4D1F-8885-9AD89A654E3B}" destId="{E66838A4-CA78-47AA-B960-2C9C99E7649E}" srcOrd="4" destOrd="0" presId="urn:microsoft.com/office/officeart/2005/8/layout/hierarchy2"/>
    <dgm:cxn modelId="{370D5A48-9C09-4F50-84C7-6B522AB6E327}" type="presParOf" srcId="{E66838A4-CA78-47AA-B960-2C9C99E7649E}" destId="{179ADF95-74A0-473A-B279-042DC9CAA533}" srcOrd="0" destOrd="0" presId="urn:microsoft.com/office/officeart/2005/8/layout/hierarchy2"/>
    <dgm:cxn modelId="{24B5B198-A95E-4B6E-B1A1-A990B10B872B}" type="presParOf" srcId="{A9B34D71-F4EE-4D1F-8885-9AD89A654E3B}" destId="{3E95DFF5-40DB-4F66-866F-682D49AD502D}" srcOrd="5" destOrd="0" presId="urn:microsoft.com/office/officeart/2005/8/layout/hierarchy2"/>
    <dgm:cxn modelId="{EB89F1A7-5777-4504-B9A0-510D431031AA}" type="presParOf" srcId="{3E95DFF5-40DB-4F66-866F-682D49AD502D}" destId="{C7AD6EDC-3E13-4706-876F-B46907145481}" srcOrd="0" destOrd="0" presId="urn:microsoft.com/office/officeart/2005/8/layout/hierarchy2"/>
    <dgm:cxn modelId="{FAD2A146-1060-4975-92F1-FF7AB7FC1F17}" type="presParOf" srcId="{3E95DFF5-40DB-4F66-866F-682D49AD502D}" destId="{55A266A4-3F45-4180-812B-29E6845653E4}" srcOrd="1" destOrd="0" presId="urn:microsoft.com/office/officeart/2005/8/layout/hierarchy2"/>
    <dgm:cxn modelId="{2EE84C18-27AA-4C04-BC65-A9C9DC221B1D}" type="presParOf" srcId="{55A266A4-3F45-4180-812B-29E6845653E4}" destId="{584A44FE-ABD4-4206-A74D-9A374655D145}" srcOrd="0" destOrd="0" presId="urn:microsoft.com/office/officeart/2005/8/layout/hierarchy2"/>
    <dgm:cxn modelId="{BFC41892-6D4E-4592-9D34-60CCD609DC26}" type="presParOf" srcId="{584A44FE-ABD4-4206-A74D-9A374655D145}" destId="{595BC57D-A638-4348-B1EC-4856EFD3A0E4}" srcOrd="0" destOrd="0" presId="urn:microsoft.com/office/officeart/2005/8/layout/hierarchy2"/>
    <dgm:cxn modelId="{1633A8DF-3BF5-472E-B726-2A85077F72F0}" type="presParOf" srcId="{55A266A4-3F45-4180-812B-29E6845653E4}" destId="{4E0C4A67-4FBA-40E3-BD75-3765A424C766}" srcOrd="1" destOrd="0" presId="urn:microsoft.com/office/officeart/2005/8/layout/hierarchy2"/>
    <dgm:cxn modelId="{8F615263-EAF1-4957-B4B5-AD4BE4468398}" type="presParOf" srcId="{4E0C4A67-4FBA-40E3-BD75-3765A424C766}" destId="{D5F8E8CD-F39C-4261-9D03-D54362EC20B9}" srcOrd="0" destOrd="0" presId="urn:microsoft.com/office/officeart/2005/8/layout/hierarchy2"/>
    <dgm:cxn modelId="{5BC60499-F26C-4902-9E0C-81FD11F7E03D}" type="presParOf" srcId="{4E0C4A67-4FBA-40E3-BD75-3765A424C766}" destId="{2492A38B-D732-4B9E-ADD9-697D4CEE7AD1}" srcOrd="1" destOrd="0" presId="urn:microsoft.com/office/officeart/2005/8/layout/hierarchy2"/>
    <dgm:cxn modelId="{4AF07AE5-765B-4E35-962F-9BFFFB4AAA29}" type="presParOf" srcId="{F667C9F7-01B9-44E8-B033-C950888B8EB5}" destId="{E7B6951A-48AB-43FC-9AED-4982EBCB188E}" srcOrd="1" destOrd="0" presId="urn:microsoft.com/office/officeart/2005/8/layout/hierarchy2"/>
    <dgm:cxn modelId="{E0F1072F-A3E1-40FD-8A6D-C2AECED52B8E}" type="presParOf" srcId="{E7B6951A-48AB-43FC-9AED-4982EBCB188E}" destId="{1017AEED-AC70-4EEE-B8D8-D9D3FDB9FA10}" srcOrd="0" destOrd="0" presId="urn:microsoft.com/office/officeart/2005/8/layout/hierarchy2"/>
    <dgm:cxn modelId="{E6C7BBDF-6FB7-4806-A3B8-E5B92CB1AACC}" type="presParOf" srcId="{E7B6951A-48AB-43FC-9AED-4982EBCB188E}" destId="{8103C454-A4AB-4066-BBEE-D1A6A903CFC4}" srcOrd="1" destOrd="0" presId="urn:microsoft.com/office/officeart/2005/8/layout/hierarchy2"/>
    <dgm:cxn modelId="{ADA0F183-3682-4A7B-8358-808C1324EEB3}" type="presParOf" srcId="{8103C454-A4AB-4066-BBEE-D1A6A903CFC4}" destId="{7AAEE2F5-B300-426F-A4D7-C1C414755ABF}" srcOrd="0" destOrd="0" presId="urn:microsoft.com/office/officeart/2005/8/layout/hierarchy2"/>
    <dgm:cxn modelId="{2D3810D6-A789-4B1D-A049-26943F970E3A}" type="presParOf" srcId="{7AAEE2F5-B300-426F-A4D7-C1C414755ABF}" destId="{73B08267-AECD-4E3F-9FBF-5D916D777F2B}" srcOrd="0" destOrd="0" presId="urn:microsoft.com/office/officeart/2005/8/layout/hierarchy2"/>
    <dgm:cxn modelId="{9D888768-DD93-4BA1-89A3-D31308E1A108}" type="presParOf" srcId="{8103C454-A4AB-4066-BBEE-D1A6A903CFC4}" destId="{8E45B6D7-9F94-4880-80DA-8919274CC829}" srcOrd="1" destOrd="0" presId="urn:microsoft.com/office/officeart/2005/8/layout/hierarchy2"/>
    <dgm:cxn modelId="{FF5FB861-30AC-48EF-8FE5-DB76407E3EB8}" type="presParOf" srcId="{8E45B6D7-9F94-4880-80DA-8919274CC829}" destId="{8F63EC64-1E3F-4257-ACF4-F8792E56D0B3}" srcOrd="0" destOrd="0" presId="urn:microsoft.com/office/officeart/2005/8/layout/hierarchy2"/>
    <dgm:cxn modelId="{8D2DE66E-6BA2-42F3-9766-55303EE9C19E}" type="presParOf" srcId="{8E45B6D7-9F94-4880-80DA-8919274CC829}" destId="{D29B36F5-5E13-4386-9031-2A0248053245}" srcOrd="1" destOrd="0" presId="urn:microsoft.com/office/officeart/2005/8/layout/hierarchy2"/>
    <dgm:cxn modelId="{DBFADBEA-E461-4F91-B44F-5CBD89160599}" type="presParOf" srcId="{D29B36F5-5E13-4386-9031-2A0248053245}" destId="{69C65DBE-8112-4211-BE8C-978E4872D8E5}" srcOrd="0" destOrd="0" presId="urn:microsoft.com/office/officeart/2005/8/layout/hierarchy2"/>
    <dgm:cxn modelId="{DD1EC3BC-C358-4ADD-929F-26EB591C4066}" type="presParOf" srcId="{69C65DBE-8112-4211-BE8C-978E4872D8E5}" destId="{A51DC467-928F-45B8-B490-9B206081ECDC}" srcOrd="0" destOrd="0" presId="urn:microsoft.com/office/officeart/2005/8/layout/hierarchy2"/>
    <dgm:cxn modelId="{6CA1981D-A1EC-4B6D-AEF8-2BBFC251F409}" type="presParOf" srcId="{D29B36F5-5E13-4386-9031-2A0248053245}" destId="{4DD4615F-4D0F-405C-9F44-01F4BF43F222}" srcOrd="1" destOrd="0" presId="urn:microsoft.com/office/officeart/2005/8/layout/hierarchy2"/>
    <dgm:cxn modelId="{7DE1F5A3-4761-4059-B4C9-FF6A10C98C56}" type="presParOf" srcId="{4DD4615F-4D0F-405C-9F44-01F4BF43F222}" destId="{8B92B20F-4F34-4D5D-BC8E-E588B81A0DBD}" srcOrd="0" destOrd="0" presId="urn:microsoft.com/office/officeart/2005/8/layout/hierarchy2"/>
    <dgm:cxn modelId="{10A36A57-2911-4ABE-A977-CD0BAE6BE437}" type="presParOf" srcId="{4DD4615F-4D0F-405C-9F44-01F4BF43F222}" destId="{AE008CBB-71F0-4A32-9663-CD9FFA08DC26}"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23980AA-2A2E-4BB6-9A17-B102AADA348F}"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fr-FR"/>
        </a:p>
      </dgm:t>
    </dgm:pt>
    <dgm:pt modelId="{4D9AD2D4-7379-4819-BFFB-BA1E915F8562}">
      <dgm:prSet phldrT="[Texte]" phldr="0"/>
      <dgm:spPr/>
      <dgm:t>
        <a:bodyPr/>
        <a:lstStyle/>
        <a:p>
          <a:r>
            <a:rPr lang="fr-FR" dirty="0"/>
            <a:t>Appartement</a:t>
          </a:r>
        </a:p>
      </dgm:t>
    </dgm:pt>
    <dgm:pt modelId="{D5BFACAE-5856-428A-A15A-F091390CF3CE}" type="parTrans" cxnId="{961749D0-D2AD-4F3F-90E1-A9FF7A02E30F}">
      <dgm:prSet/>
      <dgm:spPr/>
      <dgm:t>
        <a:bodyPr/>
        <a:lstStyle/>
        <a:p>
          <a:endParaRPr lang="fr-FR"/>
        </a:p>
      </dgm:t>
    </dgm:pt>
    <dgm:pt modelId="{7DEDC8B6-6354-424C-B1B9-B5A140C69E93}" type="sibTrans" cxnId="{961749D0-D2AD-4F3F-90E1-A9FF7A02E30F}">
      <dgm:prSet/>
      <dgm:spPr/>
      <dgm:t>
        <a:bodyPr/>
        <a:lstStyle/>
        <a:p>
          <a:endParaRPr lang="fr-FR"/>
        </a:p>
      </dgm:t>
    </dgm:pt>
    <dgm:pt modelId="{45D9AFBF-E331-4823-BBD9-4EF9D61ADBA2}">
      <dgm:prSet phldrT="[Texte]" phldr="0"/>
      <dgm:spPr/>
      <dgm:t>
        <a:bodyPr/>
        <a:lstStyle/>
        <a:p>
          <a:r>
            <a:rPr lang="fr-FR" dirty="0"/>
            <a:t>Maison</a:t>
          </a:r>
        </a:p>
      </dgm:t>
    </dgm:pt>
    <dgm:pt modelId="{C275DE8F-E5D7-45E4-90E8-7FFA051F7F62}" type="parTrans" cxnId="{72145C15-EAEA-4997-BB9C-2DB3F9308007}">
      <dgm:prSet/>
      <dgm:spPr/>
      <dgm:t>
        <a:bodyPr/>
        <a:lstStyle/>
        <a:p>
          <a:endParaRPr lang="fr-FR"/>
        </a:p>
      </dgm:t>
    </dgm:pt>
    <dgm:pt modelId="{0B8BA40B-2C4D-4631-9993-7D17C0F431EA}" type="sibTrans" cxnId="{72145C15-EAEA-4997-BB9C-2DB3F9308007}">
      <dgm:prSet/>
      <dgm:spPr/>
      <dgm:t>
        <a:bodyPr/>
        <a:lstStyle/>
        <a:p>
          <a:endParaRPr lang="fr-FR"/>
        </a:p>
      </dgm:t>
    </dgm:pt>
    <dgm:pt modelId="{E9AF0D06-B112-47CE-9279-18AA43C23655}" type="pres">
      <dgm:prSet presAssocID="{923980AA-2A2E-4BB6-9A17-B102AADA348F}" presName="Name0" presStyleCnt="0">
        <dgm:presLayoutVars>
          <dgm:chMax val="7"/>
          <dgm:resizeHandles val="exact"/>
        </dgm:presLayoutVars>
      </dgm:prSet>
      <dgm:spPr/>
    </dgm:pt>
    <dgm:pt modelId="{6C96DF7F-28B4-490F-8EAD-E92847F43462}" type="pres">
      <dgm:prSet presAssocID="{923980AA-2A2E-4BB6-9A17-B102AADA348F}" presName="comp1" presStyleCnt="0"/>
      <dgm:spPr/>
    </dgm:pt>
    <dgm:pt modelId="{23CE674D-E3FC-4996-BEE3-21F973AF9A63}" type="pres">
      <dgm:prSet presAssocID="{923980AA-2A2E-4BB6-9A17-B102AADA348F}" presName="circle1" presStyleLbl="node1" presStyleIdx="0" presStyleCnt="2" custLinFactNeighborX="38"/>
      <dgm:spPr/>
    </dgm:pt>
    <dgm:pt modelId="{2CE0EF87-3E8D-4D5C-BB0C-6294D26CB12A}" type="pres">
      <dgm:prSet presAssocID="{923980AA-2A2E-4BB6-9A17-B102AADA348F}" presName="c1text" presStyleLbl="node1" presStyleIdx="0" presStyleCnt="2">
        <dgm:presLayoutVars>
          <dgm:bulletEnabled val="1"/>
        </dgm:presLayoutVars>
      </dgm:prSet>
      <dgm:spPr/>
    </dgm:pt>
    <dgm:pt modelId="{D0F44C47-4505-46BC-8716-D93A50D3ECDE}" type="pres">
      <dgm:prSet presAssocID="{923980AA-2A2E-4BB6-9A17-B102AADA348F}" presName="comp2" presStyleCnt="0"/>
      <dgm:spPr/>
    </dgm:pt>
    <dgm:pt modelId="{9EDF19AC-5C34-4267-8FC7-BEB7697E3323}" type="pres">
      <dgm:prSet presAssocID="{923980AA-2A2E-4BB6-9A17-B102AADA348F}" presName="circle2" presStyleLbl="node1" presStyleIdx="1" presStyleCnt="2"/>
      <dgm:spPr/>
    </dgm:pt>
    <dgm:pt modelId="{A8A02C7B-AE35-4ACE-B0C3-03BEAD392ADA}" type="pres">
      <dgm:prSet presAssocID="{923980AA-2A2E-4BB6-9A17-B102AADA348F}" presName="c2text" presStyleLbl="node1" presStyleIdx="1" presStyleCnt="2">
        <dgm:presLayoutVars>
          <dgm:bulletEnabled val="1"/>
        </dgm:presLayoutVars>
      </dgm:prSet>
      <dgm:spPr/>
    </dgm:pt>
  </dgm:ptLst>
  <dgm:cxnLst>
    <dgm:cxn modelId="{72145C15-EAEA-4997-BB9C-2DB3F9308007}" srcId="{923980AA-2A2E-4BB6-9A17-B102AADA348F}" destId="{45D9AFBF-E331-4823-BBD9-4EF9D61ADBA2}" srcOrd="1" destOrd="0" parTransId="{C275DE8F-E5D7-45E4-90E8-7FFA051F7F62}" sibTransId="{0B8BA40B-2C4D-4631-9993-7D17C0F431EA}"/>
    <dgm:cxn modelId="{252F1B42-7C76-44C4-9D8B-116E4418E4D9}" type="presOf" srcId="{4D9AD2D4-7379-4819-BFFB-BA1E915F8562}" destId="{23CE674D-E3FC-4996-BEE3-21F973AF9A63}" srcOrd="0" destOrd="0" presId="urn:microsoft.com/office/officeart/2005/8/layout/venn2"/>
    <dgm:cxn modelId="{1BCAA454-970D-42F6-9CF8-55DE4C8C19DD}" type="presOf" srcId="{4D9AD2D4-7379-4819-BFFB-BA1E915F8562}" destId="{2CE0EF87-3E8D-4D5C-BB0C-6294D26CB12A}" srcOrd="1" destOrd="0" presId="urn:microsoft.com/office/officeart/2005/8/layout/venn2"/>
    <dgm:cxn modelId="{9CEBD9AF-4371-4F2E-BA94-27FBBE4452FC}" type="presOf" srcId="{45D9AFBF-E331-4823-BBD9-4EF9D61ADBA2}" destId="{A8A02C7B-AE35-4ACE-B0C3-03BEAD392ADA}" srcOrd="1" destOrd="0" presId="urn:microsoft.com/office/officeart/2005/8/layout/venn2"/>
    <dgm:cxn modelId="{5BE63BCF-F879-4C2B-A6A0-9701E9CCA65E}" type="presOf" srcId="{45D9AFBF-E331-4823-BBD9-4EF9D61ADBA2}" destId="{9EDF19AC-5C34-4267-8FC7-BEB7697E3323}" srcOrd="0" destOrd="0" presId="urn:microsoft.com/office/officeart/2005/8/layout/venn2"/>
    <dgm:cxn modelId="{961749D0-D2AD-4F3F-90E1-A9FF7A02E30F}" srcId="{923980AA-2A2E-4BB6-9A17-B102AADA348F}" destId="{4D9AD2D4-7379-4819-BFFB-BA1E915F8562}" srcOrd="0" destOrd="0" parTransId="{D5BFACAE-5856-428A-A15A-F091390CF3CE}" sibTransId="{7DEDC8B6-6354-424C-B1B9-B5A140C69E93}"/>
    <dgm:cxn modelId="{E11D13D1-AF73-4503-BCCC-D65DAB3DC2D0}" type="presOf" srcId="{923980AA-2A2E-4BB6-9A17-B102AADA348F}" destId="{E9AF0D06-B112-47CE-9279-18AA43C23655}" srcOrd="0" destOrd="0" presId="urn:microsoft.com/office/officeart/2005/8/layout/venn2"/>
    <dgm:cxn modelId="{520D06ED-BF90-4171-823E-15130B5F1CAB}" type="presParOf" srcId="{E9AF0D06-B112-47CE-9279-18AA43C23655}" destId="{6C96DF7F-28B4-490F-8EAD-E92847F43462}" srcOrd="0" destOrd="0" presId="urn:microsoft.com/office/officeart/2005/8/layout/venn2"/>
    <dgm:cxn modelId="{5F5FBBD1-9EFB-43C9-B734-FCC36D379F82}" type="presParOf" srcId="{6C96DF7F-28B4-490F-8EAD-E92847F43462}" destId="{23CE674D-E3FC-4996-BEE3-21F973AF9A63}" srcOrd="0" destOrd="0" presId="urn:microsoft.com/office/officeart/2005/8/layout/venn2"/>
    <dgm:cxn modelId="{0C8F1D60-5B6F-4A1E-AA1F-4846C6BD244B}" type="presParOf" srcId="{6C96DF7F-28B4-490F-8EAD-E92847F43462}" destId="{2CE0EF87-3E8D-4D5C-BB0C-6294D26CB12A}" srcOrd="1" destOrd="0" presId="urn:microsoft.com/office/officeart/2005/8/layout/venn2"/>
    <dgm:cxn modelId="{2A1A46F8-EF13-4DD3-99D0-F9CDB7F46056}" type="presParOf" srcId="{E9AF0D06-B112-47CE-9279-18AA43C23655}" destId="{D0F44C47-4505-46BC-8716-D93A50D3ECDE}" srcOrd="1" destOrd="0" presId="urn:microsoft.com/office/officeart/2005/8/layout/venn2"/>
    <dgm:cxn modelId="{EA2D2981-49B3-4A44-9367-9EC4F679C17C}" type="presParOf" srcId="{D0F44C47-4505-46BC-8716-D93A50D3ECDE}" destId="{9EDF19AC-5C34-4267-8FC7-BEB7697E3323}" srcOrd="0" destOrd="0" presId="urn:microsoft.com/office/officeart/2005/8/layout/venn2"/>
    <dgm:cxn modelId="{DF8EBB96-E18D-4B5E-A948-68B094040C67}" type="presParOf" srcId="{D0F44C47-4505-46BC-8716-D93A50D3ECDE}" destId="{A8A02C7B-AE35-4ACE-B0C3-03BEAD392ADA}" srcOrd="1" destOrd="0" presId="urn:microsoft.com/office/officeart/2005/8/layout/ven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1F3B7E6-9266-41E9-904A-D9EC55154716}" type="doc">
      <dgm:prSet loTypeId="urn:microsoft.com/office/officeart/2005/8/layout/arrow2" loCatId="process" qsTypeId="urn:microsoft.com/office/officeart/2005/8/quickstyle/simple1" qsCatId="simple" csTypeId="urn:microsoft.com/office/officeart/2005/8/colors/accent1_2" csCatId="accent1" phldr="1"/>
      <dgm:spPr/>
      <dgm:t>
        <a:bodyPr/>
        <a:lstStyle/>
        <a:p>
          <a:endParaRPr lang="fr-FR"/>
        </a:p>
      </dgm:t>
    </dgm:pt>
    <dgm:pt modelId="{68D21F65-64E2-43F5-8AC5-045004CDF297}">
      <dgm:prSet phldrT="[Texte]" phldr="0"/>
      <dgm:spPr/>
      <dgm:t>
        <a:bodyPr/>
        <a:lstStyle/>
        <a:p>
          <a:r>
            <a:rPr lang="fr-FR" dirty="0"/>
            <a:t>1</a:t>
          </a:r>
          <a:r>
            <a:rPr lang="fr-FR" baseline="30000" dirty="0"/>
            <a:t>er</a:t>
          </a:r>
          <a:r>
            <a:rPr lang="fr-FR" dirty="0"/>
            <a:t> trimestre</a:t>
          </a:r>
        </a:p>
      </dgm:t>
    </dgm:pt>
    <dgm:pt modelId="{B42BA80E-7A39-422B-912A-3B8EEE371E8E}" type="parTrans" cxnId="{EB529956-27D1-454D-AFE8-20B47D666066}">
      <dgm:prSet/>
      <dgm:spPr/>
      <dgm:t>
        <a:bodyPr/>
        <a:lstStyle/>
        <a:p>
          <a:endParaRPr lang="fr-FR"/>
        </a:p>
      </dgm:t>
    </dgm:pt>
    <dgm:pt modelId="{28B21EDE-CA0D-4D80-8566-26A5B534B431}" type="sibTrans" cxnId="{EB529956-27D1-454D-AFE8-20B47D666066}">
      <dgm:prSet/>
      <dgm:spPr/>
      <dgm:t>
        <a:bodyPr/>
        <a:lstStyle/>
        <a:p>
          <a:endParaRPr lang="fr-FR"/>
        </a:p>
      </dgm:t>
    </dgm:pt>
    <dgm:pt modelId="{F473CAE2-6E0B-46E2-B8FE-91E35CC71DA3}">
      <dgm:prSet phldrT="[Texte]" phldr="0"/>
      <dgm:spPr/>
      <dgm:t>
        <a:bodyPr/>
        <a:lstStyle/>
        <a:p>
          <a:r>
            <a:rPr lang="fr-FR" dirty="0"/>
            <a:t>2</a:t>
          </a:r>
          <a:r>
            <a:rPr lang="fr-FR" baseline="30000" dirty="0"/>
            <a:t>ème</a:t>
          </a:r>
          <a:r>
            <a:rPr lang="fr-FR" dirty="0"/>
            <a:t> trimestre</a:t>
          </a:r>
        </a:p>
      </dgm:t>
    </dgm:pt>
    <dgm:pt modelId="{7DAD1157-253F-4EAB-9C50-545BF207FDBA}" type="parTrans" cxnId="{8DC0CCFA-DF8A-4AE2-B7FD-0E044EA01258}">
      <dgm:prSet/>
      <dgm:spPr/>
      <dgm:t>
        <a:bodyPr/>
        <a:lstStyle/>
        <a:p>
          <a:endParaRPr lang="fr-FR"/>
        </a:p>
      </dgm:t>
    </dgm:pt>
    <dgm:pt modelId="{046C8FCF-F245-459F-BD59-143604896F2F}" type="sibTrans" cxnId="{8DC0CCFA-DF8A-4AE2-B7FD-0E044EA01258}">
      <dgm:prSet/>
      <dgm:spPr/>
      <dgm:t>
        <a:bodyPr/>
        <a:lstStyle/>
        <a:p>
          <a:endParaRPr lang="fr-FR"/>
        </a:p>
      </dgm:t>
    </dgm:pt>
    <dgm:pt modelId="{2781DF44-4292-42B0-BC34-8ABEB8F141F1}" type="pres">
      <dgm:prSet presAssocID="{B1F3B7E6-9266-41E9-904A-D9EC55154716}" presName="arrowDiagram" presStyleCnt="0">
        <dgm:presLayoutVars>
          <dgm:chMax val="5"/>
          <dgm:dir/>
          <dgm:resizeHandles val="exact"/>
        </dgm:presLayoutVars>
      </dgm:prSet>
      <dgm:spPr/>
    </dgm:pt>
    <dgm:pt modelId="{64A8B5E1-0C4C-48C2-A2DD-6DA0364F1A65}" type="pres">
      <dgm:prSet presAssocID="{B1F3B7E6-9266-41E9-904A-D9EC55154716}" presName="arrow" presStyleLbl="bgShp" presStyleIdx="0" presStyleCnt="1" custLinFactNeighborX="-61108" custLinFactNeighborY="-12397"/>
      <dgm:spPr/>
    </dgm:pt>
    <dgm:pt modelId="{8E6A64F1-2DAB-42D6-9563-52DA282EE4B7}" type="pres">
      <dgm:prSet presAssocID="{B1F3B7E6-9266-41E9-904A-D9EC55154716}" presName="arrowDiagram2" presStyleCnt="0"/>
      <dgm:spPr/>
    </dgm:pt>
    <dgm:pt modelId="{98A46BFD-DBE6-4044-98FA-5124572B2219}" type="pres">
      <dgm:prSet presAssocID="{68D21F65-64E2-43F5-8AC5-045004CDF297}" presName="bullet2a" presStyleLbl="node1" presStyleIdx="0" presStyleCnt="2"/>
      <dgm:spPr/>
    </dgm:pt>
    <dgm:pt modelId="{C68FEA75-62CE-4976-B58D-675494047266}" type="pres">
      <dgm:prSet presAssocID="{68D21F65-64E2-43F5-8AC5-045004CDF297}" presName="textBox2a" presStyleLbl="revTx" presStyleIdx="0" presStyleCnt="2">
        <dgm:presLayoutVars>
          <dgm:bulletEnabled val="1"/>
        </dgm:presLayoutVars>
      </dgm:prSet>
      <dgm:spPr/>
    </dgm:pt>
    <dgm:pt modelId="{A8A3B90F-006D-4F83-8458-765E4E169DA4}" type="pres">
      <dgm:prSet presAssocID="{F473CAE2-6E0B-46E2-B8FE-91E35CC71DA3}" presName="bullet2b" presStyleLbl="node1" presStyleIdx="1" presStyleCnt="2"/>
      <dgm:spPr/>
    </dgm:pt>
    <dgm:pt modelId="{7E5F2087-B3FE-4B78-981B-CB324B4A745E}" type="pres">
      <dgm:prSet presAssocID="{F473CAE2-6E0B-46E2-B8FE-91E35CC71DA3}" presName="textBox2b" presStyleLbl="revTx" presStyleIdx="1" presStyleCnt="2">
        <dgm:presLayoutVars>
          <dgm:bulletEnabled val="1"/>
        </dgm:presLayoutVars>
      </dgm:prSet>
      <dgm:spPr/>
    </dgm:pt>
  </dgm:ptLst>
  <dgm:cxnLst>
    <dgm:cxn modelId="{C01A9A15-2187-48E5-A49C-853860442489}" type="presOf" srcId="{68D21F65-64E2-43F5-8AC5-045004CDF297}" destId="{C68FEA75-62CE-4976-B58D-675494047266}" srcOrd="0" destOrd="0" presId="urn:microsoft.com/office/officeart/2005/8/layout/arrow2"/>
    <dgm:cxn modelId="{F601FC75-7739-4FB0-906F-AAEA18193674}" type="presOf" srcId="{F473CAE2-6E0B-46E2-B8FE-91E35CC71DA3}" destId="{7E5F2087-B3FE-4B78-981B-CB324B4A745E}" srcOrd="0" destOrd="0" presId="urn:microsoft.com/office/officeart/2005/8/layout/arrow2"/>
    <dgm:cxn modelId="{EB529956-27D1-454D-AFE8-20B47D666066}" srcId="{B1F3B7E6-9266-41E9-904A-D9EC55154716}" destId="{68D21F65-64E2-43F5-8AC5-045004CDF297}" srcOrd="0" destOrd="0" parTransId="{B42BA80E-7A39-422B-912A-3B8EEE371E8E}" sibTransId="{28B21EDE-CA0D-4D80-8566-26A5B534B431}"/>
    <dgm:cxn modelId="{E9640A58-23CE-4963-820B-4684FF41EEA9}" type="presOf" srcId="{B1F3B7E6-9266-41E9-904A-D9EC55154716}" destId="{2781DF44-4292-42B0-BC34-8ABEB8F141F1}" srcOrd="0" destOrd="0" presId="urn:microsoft.com/office/officeart/2005/8/layout/arrow2"/>
    <dgm:cxn modelId="{8DC0CCFA-DF8A-4AE2-B7FD-0E044EA01258}" srcId="{B1F3B7E6-9266-41E9-904A-D9EC55154716}" destId="{F473CAE2-6E0B-46E2-B8FE-91E35CC71DA3}" srcOrd="1" destOrd="0" parTransId="{7DAD1157-253F-4EAB-9C50-545BF207FDBA}" sibTransId="{046C8FCF-F245-459F-BD59-143604896F2F}"/>
    <dgm:cxn modelId="{BA3C5BD9-E35D-4726-A98A-3F1025E5F917}" type="presParOf" srcId="{2781DF44-4292-42B0-BC34-8ABEB8F141F1}" destId="{64A8B5E1-0C4C-48C2-A2DD-6DA0364F1A65}" srcOrd="0" destOrd="0" presId="urn:microsoft.com/office/officeart/2005/8/layout/arrow2"/>
    <dgm:cxn modelId="{DF872828-9942-4E48-81C8-62A344550199}" type="presParOf" srcId="{2781DF44-4292-42B0-BC34-8ABEB8F141F1}" destId="{8E6A64F1-2DAB-42D6-9563-52DA282EE4B7}" srcOrd="1" destOrd="0" presId="urn:microsoft.com/office/officeart/2005/8/layout/arrow2"/>
    <dgm:cxn modelId="{591A59C0-F365-4527-9AE0-66156E9EB749}" type="presParOf" srcId="{8E6A64F1-2DAB-42D6-9563-52DA282EE4B7}" destId="{98A46BFD-DBE6-4044-98FA-5124572B2219}" srcOrd="0" destOrd="0" presId="urn:microsoft.com/office/officeart/2005/8/layout/arrow2"/>
    <dgm:cxn modelId="{841B9D80-D596-4452-A342-5800EBA41148}" type="presParOf" srcId="{8E6A64F1-2DAB-42D6-9563-52DA282EE4B7}" destId="{C68FEA75-62CE-4976-B58D-675494047266}" srcOrd="1" destOrd="0" presId="urn:microsoft.com/office/officeart/2005/8/layout/arrow2"/>
    <dgm:cxn modelId="{3604D08C-427A-4FD4-A762-E3E90D849309}" type="presParOf" srcId="{8E6A64F1-2DAB-42D6-9563-52DA282EE4B7}" destId="{A8A3B90F-006D-4F83-8458-765E4E169DA4}" srcOrd="2" destOrd="0" presId="urn:microsoft.com/office/officeart/2005/8/layout/arrow2"/>
    <dgm:cxn modelId="{2E5DDC2C-50C4-4E04-B6AF-75432F10E39E}" type="presParOf" srcId="{8E6A64F1-2DAB-42D6-9563-52DA282EE4B7}" destId="{7E5F2087-B3FE-4B78-981B-CB324B4A745E}" srcOrd="3" destOrd="0" presId="urn:microsoft.com/office/officeart/2005/8/layout/arrow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0E759FE-A61A-4ACB-92F4-543BC04C96B7}"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95EF8E99-4634-43C9-9EEC-D21DEFBBE6D4}">
      <dgm:prSet phldrT="[Texte]" phldr="0"/>
      <dgm:spPr/>
      <dgm:t>
        <a:bodyPr/>
        <a:lstStyle/>
        <a:p>
          <a:r>
            <a:rPr lang="fr-FR" dirty="0"/>
            <a:t>2 pièces</a:t>
          </a:r>
        </a:p>
      </dgm:t>
    </dgm:pt>
    <dgm:pt modelId="{796E596F-EEFD-4418-8889-2CEB73C8B784}" type="parTrans" cxnId="{77657B10-E416-4924-A666-CC09981BD4ED}">
      <dgm:prSet/>
      <dgm:spPr/>
      <dgm:t>
        <a:bodyPr/>
        <a:lstStyle/>
        <a:p>
          <a:endParaRPr lang="fr-FR"/>
        </a:p>
      </dgm:t>
    </dgm:pt>
    <dgm:pt modelId="{7E6AD49C-037D-4F1A-9B83-846309971973}" type="sibTrans" cxnId="{77657B10-E416-4924-A666-CC09981BD4ED}">
      <dgm:prSet/>
      <dgm:spPr/>
      <dgm:t>
        <a:bodyPr/>
        <a:lstStyle/>
        <a:p>
          <a:endParaRPr lang="fr-FR"/>
        </a:p>
      </dgm:t>
    </dgm:pt>
    <dgm:pt modelId="{EDFBA344-5411-4B2E-9F86-525A21082CC6}">
      <dgm:prSet phldrT="[Texte]" phldr="0"/>
      <dgm:spPr/>
      <dgm:t>
        <a:bodyPr/>
        <a:lstStyle/>
        <a:p>
          <a:r>
            <a:rPr lang="fr-FR" dirty="0"/>
            <a:t>3 pièces</a:t>
          </a:r>
        </a:p>
      </dgm:t>
    </dgm:pt>
    <dgm:pt modelId="{3F60491E-1D0B-42D7-8C1B-B4017B48A62D}" type="parTrans" cxnId="{2DD64622-8688-48D8-85D1-AFF0E42D2672}">
      <dgm:prSet/>
      <dgm:spPr/>
      <dgm:t>
        <a:bodyPr/>
        <a:lstStyle/>
        <a:p>
          <a:endParaRPr lang="fr-FR"/>
        </a:p>
      </dgm:t>
    </dgm:pt>
    <dgm:pt modelId="{2306077D-5DBC-4065-AFE1-7BE118457083}" type="sibTrans" cxnId="{2DD64622-8688-48D8-85D1-AFF0E42D2672}">
      <dgm:prSet/>
      <dgm:spPr/>
      <dgm:t>
        <a:bodyPr/>
        <a:lstStyle/>
        <a:p>
          <a:endParaRPr lang="fr-FR"/>
        </a:p>
      </dgm:t>
    </dgm:pt>
    <dgm:pt modelId="{A4E3C0AD-A079-4932-8B0B-0FFB823C22BC}">
      <dgm:prSet phldrT="[Texte]" phldr="0"/>
      <dgm:spPr/>
      <dgm:t>
        <a:bodyPr/>
        <a:lstStyle/>
        <a:p>
          <a:r>
            <a:rPr lang="fr-FR" dirty="0"/>
            <a:t>12 %</a:t>
          </a:r>
        </a:p>
      </dgm:t>
    </dgm:pt>
    <dgm:pt modelId="{DB801487-5E9E-4815-BC9C-0DC94A3296E0}" type="parTrans" cxnId="{24661194-3801-482A-A2A6-6AF48FA8011F}">
      <dgm:prSet/>
      <dgm:spPr/>
      <dgm:t>
        <a:bodyPr/>
        <a:lstStyle/>
        <a:p>
          <a:endParaRPr lang="fr-FR"/>
        </a:p>
      </dgm:t>
    </dgm:pt>
    <dgm:pt modelId="{0ADAF63A-5A19-4E72-BAF1-13897E5A8BFE}" type="sibTrans" cxnId="{24661194-3801-482A-A2A6-6AF48FA8011F}">
      <dgm:prSet/>
      <dgm:spPr/>
      <dgm:t>
        <a:bodyPr/>
        <a:lstStyle/>
        <a:p>
          <a:endParaRPr lang="fr-FR"/>
        </a:p>
      </dgm:t>
    </dgm:pt>
    <dgm:pt modelId="{184B89E9-2DC9-41D9-B00B-418AD968D884}" type="pres">
      <dgm:prSet presAssocID="{40E759FE-A61A-4ACB-92F4-543BC04C96B7}" presName="diagram" presStyleCnt="0">
        <dgm:presLayoutVars>
          <dgm:dir/>
          <dgm:resizeHandles val="exact"/>
        </dgm:presLayoutVars>
      </dgm:prSet>
      <dgm:spPr/>
    </dgm:pt>
    <dgm:pt modelId="{2F04E999-369B-4CA5-B557-DD4B98961EFC}" type="pres">
      <dgm:prSet presAssocID="{95EF8E99-4634-43C9-9EEC-D21DEFBBE6D4}" presName="node" presStyleLbl="node1" presStyleIdx="0" presStyleCnt="3">
        <dgm:presLayoutVars>
          <dgm:bulletEnabled val="1"/>
        </dgm:presLayoutVars>
      </dgm:prSet>
      <dgm:spPr/>
    </dgm:pt>
    <dgm:pt modelId="{38B2B989-82BD-491E-B9CF-F98DB086EFED}" type="pres">
      <dgm:prSet presAssocID="{7E6AD49C-037D-4F1A-9B83-846309971973}" presName="sibTrans" presStyleCnt="0"/>
      <dgm:spPr/>
    </dgm:pt>
    <dgm:pt modelId="{36716761-C797-4B6D-9834-34E6116F9D9D}" type="pres">
      <dgm:prSet presAssocID="{EDFBA344-5411-4B2E-9F86-525A21082CC6}" presName="node" presStyleLbl="node1" presStyleIdx="1" presStyleCnt="3">
        <dgm:presLayoutVars>
          <dgm:bulletEnabled val="1"/>
        </dgm:presLayoutVars>
      </dgm:prSet>
      <dgm:spPr/>
    </dgm:pt>
    <dgm:pt modelId="{7F9C8C96-76A2-4B31-ADB7-A8F138F7A9F1}" type="pres">
      <dgm:prSet presAssocID="{2306077D-5DBC-4065-AFE1-7BE118457083}" presName="sibTrans" presStyleCnt="0"/>
      <dgm:spPr/>
    </dgm:pt>
    <dgm:pt modelId="{3424C251-9BFA-4241-86C5-4D37479DD561}" type="pres">
      <dgm:prSet presAssocID="{A4E3C0AD-A079-4932-8B0B-0FFB823C22BC}" presName="node" presStyleLbl="node1" presStyleIdx="2" presStyleCnt="3">
        <dgm:presLayoutVars>
          <dgm:bulletEnabled val="1"/>
        </dgm:presLayoutVars>
      </dgm:prSet>
      <dgm:spPr/>
    </dgm:pt>
  </dgm:ptLst>
  <dgm:cxnLst>
    <dgm:cxn modelId="{77657B10-E416-4924-A666-CC09981BD4ED}" srcId="{40E759FE-A61A-4ACB-92F4-543BC04C96B7}" destId="{95EF8E99-4634-43C9-9EEC-D21DEFBBE6D4}" srcOrd="0" destOrd="0" parTransId="{796E596F-EEFD-4418-8889-2CEB73C8B784}" sibTransId="{7E6AD49C-037D-4F1A-9B83-846309971973}"/>
    <dgm:cxn modelId="{2DD64622-8688-48D8-85D1-AFF0E42D2672}" srcId="{40E759FE-A61A-4ACB-92F4-543BC04C96B7}" destId="{EDFBA344-5411-4B2E-9F86-525A21082CC6}" srcOrd="1" destOrd="0" parTransId="{3F60491E-1D0B-42D7-8C1B-B4017B48A62D}" sibTransId="{2306077D-5DBC-4065-AFE1-7BE118457083}"/>
    <dgm:cxn modelId="{83B26235-0D03-48C1-AF7C-3BAD2A554330}" type="presOf" srcId="{EDFBA344-5411-4B2E-9F86-525A21082CC6}" destId="{36716761-C797-4B6D-9834-34E6116F9D9D}" srcOrd="0" destOrd="0" presId="urn:microsoft.com/office/officeart/2005/8/layout/default"/>
    <dgm:cxn modelId="{B2982039-9B59-455A-B62A-0B70FAEF1AE3}" type="presOf" srcId="{A4E3C0AD-A079-4932-8B0B-0FFB823C22BC}" destId="{3424C251-9BFA-4241-86C5-4D37479DD561}" srcOrd="0" destOrd="0" presId="urn:microsoft.com/office/officeart/2005/8/layout/default"/>
    <dgm:cxn modelId="{F2AD0C4C-3472-41C8-8FCA-4905F9A05075}" type="presOf" srcId="{95EF8E99-4634-43C9-9EEC-D21DEFBBE6D4}" destId="{2F04E999-369B-4CA5-B557-DD4B98961EFC}" srcOrd="0" destOrd="0" presId="urn:microsoft.com/office/officeart/2005/8/layout/default"/>
    <dgm:cxn modelId="{24661194-3801-482A-A2A6-6AF48FA8011F}" srcId="{40E759FE-A61A-4ACB-92F4-543BC04C96B7}" destId="{A4E3C0AD-A079-4932-8B0B-0FFB823C22BC}" srcOrd="2" destOrd="0" parTransId="{DB801487-5E9E-4815-BC9C-0DC94A3296E0}" sibTransId="{0ADAF63A-5A19-4E72-BAF1-13897E5A8BFE}"/>
    <dgm:cxn modelId="{867E5297-6E6D-47BD-A152-1373ED37A508}" type="presOf" srcId="{40E759FE-A61A-4ACB-92F4-543BC04C96B7}" destId="{184B89E9-2DC9-41D9-B00B-418AD968D884}" srcOrd="0" destOrd="0" presId="urn:microsoft.com/office/officeart/2005/8/layout/default"/>
    <dgm:cxn modelId="{907B2866-2F57-43B7-BBCC-9BFB78750E7A}" type="presParOf" srcId="{184B89E9-2DC9-41D9-B00B-418AD968D884}" destId="{2F04E999-369B-4CA5-B557-DD4B98961EFC}" srcOrd="0" destOrd="0" presId="urn:microsoft.com/office/officeart/2005/8/layout/default"/>
    <dgm:cxn modelId="{53F39B68-5B1D-4EB0-A7C8-77854AFC95F9}" type="presParOf" srcId="{184B89E9-2DC9-41D9-B00B-418AD968D884}" destId="{38B2B989-82BD-491E-B9CF-F98DB086EFED}" srcOrd="1" destOrd="0" presId="urn:microsoft.com/office/officeart/2005/8/layout/default"/>
    <dgm:cxn modelId="{FD262F7A-476E-4403-82F7-0CA2DC6A7613}" type="presParOf" srcId="{184B89E9-2DC9-41D9-B00B-418AD968D884}" destId="{36716761-C797-4B6D-9834-34E6116F9D9D}" srcOrd="2" destOrd="0" presId="urn:microsoft.com/office/officeart/2005/8/layout/default"/>
    <dgm:cxn modelId="{40D98A4A-29A4-4AEA-ADAA-63121ABE2743}" type="presParOf" srcId="{184B89E9-2DC9-41D9-B00B-418AD968D884}" destId="{7F9C8C96-76A2-4B31-ADB7-A8F138F7A9F1}" srcOrd="3" destOrd="0" presId="urn:microsoft.com/office/officeart/2005/8/layout/default"/>
    <dgm:cxn modelId="{58716FCB-6BBA-4859-9A4A-F12799F638AC}" type="presParOf" srcId="{184B89E9-2DC9-41D9-B00B-418AD968D884}" destId="{3424C251-9BFA-4241-86C5-4D37479DD561}" srcOrd="4" destOrd="0" presId="urn:microsoft.com/office/officeart/2005/8/layout/default"/>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ADAE10-6B4D-453D-9BDF-B2C73700CF65}">
      <dsp:nvSpPr>
        <dsp:cNvPr id="0" name=""/>
        <dsp:cNvSpPr/>
      </dsp:nvSpPr>
      <dsp:spPr>
        <a:xfrm>
          <a:off x="744" y="813097"/>
          <a:ext cx="2437804" cy="24378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fr" sz="2000" kern="1200" dirty="0"/>
            <a:t>Groupage de l’adresse du bien, des infos cadastrale et du numéro de lot</a:t>
          </a:r>
          <a:endParaRPr lang="fr-FR" sz="2000" kern="1200" dirty="0"/>
        </a:p>
      </dsp:txBody>
      <dsp:txXfrm>
        <a:off x="357752" y="1170105"/>
        <a:ext cx="1723788" cy="1723788"/>
      </dsp:txXfrm>
    </dsp:sp>
    <dsp:sp modelId="{CC7162F5-7BA1-4234-8374-3A32C791597B}">
      <dsp:nvSpPr>
        <dsp:cNvPr id="0" name=""/>
        <dsp:cNvSpPr/>
      </dsp:nvSpPr>
      <dsp:spPr>
        <a:xfrm rot="5400000">
          <a:off x="2626083" y="1715980"/>
          <a:ext cx="853231" cy="632038"/>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2CB80B7-4F21-4522-9C32-52B256EF5184}">
      <dsp:nvSpPr>
        <dsp:cNvPr id="0" name=""/>
        <dsp:cNvSpPr/>
      </dsp:nvSpPr>
      <dsp:spPr>
        <a:xfrm>
          <a:off x="3631074" y="813097"/>
          <a:ext cx="2437804" cy="24378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fr-FR" sz="2000" kern="1200" dirty="0"/>
            <a:t>Un bien</a:t>
          </a:r>
        </a:p>
      </dsp:txBody>
      <dsp:txXfrm>
        <a:off x="3988082" y="1170105"/>
        <a:ext cx="1723788" cy="17237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BBF111-D491-492A-94B0-6DEF6378A78B}">
      <dsp:nvSpPr>
        <dsp:cNvPr id="0" name=""/>
        <dsp:cNvSpPr/>
      </dsp:nvSpPr>
      <dsp:spPr>
        <a:xfrm rot="16200000">
          <a:off x="-589842" y="593116"/>
          <a:ext cx="2335186" cy="114895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0" rIns="85636" bIns="0" numCol="1" spcCol="1270" anchor="t" anchorCtr="0">
          <a:noAutofit/>
        </a:bodyPr>
        <a:lstStyle/>
        <a:p>
          <a:pPr marL="0" lvl="0" indent="0" algn="l" defTabSz="577850">
            <a:lnSpc>
              <a:spcPct val="90000"/>
            </a:lnSpc>
            <a:spcBef>
              <a:spcPct val="0"/>
            </a:spcBef>
            <a:spcAft>
              <a:spcPct val="35000"/>
            </a:spcAft>
            <a:buNone/>
          </a:pPr>
          <a:r>
            <a:rPr lang="fr-FR" sz="1300" kern="1200" dirty="0" err="1"/>
            <a:t>TypeLocal</a:t>
          </a:r>
          <a:endParaRPr lang="fr-FR" sz="1300" kern="1200" dirty="0"/>
        </a:p>
        <a:p>
          <a:pPr marL="57150" lvl="1" indent="-57150" algn="l" defTabSz="444500">
            <a:lnSpc>
              <a:spcPct val="90000"/>
            </a:lnSpc>
            <a:spcBef>
              <a:spcPct val="0"/>
            </a:spcBef>
            <a:spcAft>
              <a:spcPct val="15000"/>
            </a:spcAft>
            <a:buChar char="•"/>
          </a:pPr>
          <a:r>
            <a:rPr lang="fr-FR" sz="1000" kern="1200" dirty="0" err="1"/>
            <a:t>code_type_local</a:t>
          </a:r>
          <a:endParaRPr lang="fr-FR" sz="1000" kern="1200" dirty="0"/>
        </a:p>
        <a:p>
          <a:pPr marL="57150" lvl="1" indent="-57150" algn="l" defTabSz="444500">
            <a:lnSpc>
              <a:spcPct val="90000"/>
            </a:lnSpc>
            <a:spcBef>
              <a:spcPct val="0"/>
            </a:spcBef>
            <a:spcAft>
              <a:spcPct val="15000"/>
            </a:spcAft>
            <a:buChar char="•"/>
          </a:pPr>
          <a:r>
            <a:rPr lang="fr-FR" sz="1000" kern="1200" dirty="0" err="1"/>
            <a:t>type_local</a:t>
          </a:r>
          <a:endParaRPr lang="fr-FR" sz="1000" kern="1200" dirty="0"/>
        </a:p>
      </dsp:txBody>
      <dsp:txXfrm rot="5400000">
        <a:off x="3274" y="467037"/>
        <a:ext cx="1148953" cy="1401112"/>
      </dsp:txXfrm>
    </dsp:sp>
    <dsp:sp modelId="{64DEF76C-6465-4395-9C8F-0A55F7AF22F9}">
      <dsp:nvSpPr>
        <dsp:cNvPr id="0" name=""/>
        <dsp:cNvSpPr/>
      </dsp:nvSpPr>
      <dsp:spPr>
        <a:xfrm rot="16200000">
          <a:off x="645282" y="593116"/>
          <a:ext cx="2335186" cy="114895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0" rIns="85636" bIns="0" numCol="1" spcCol="1270" anchor="t" anchorCtr="0">
          <a:noAutofit/>
        </a:bodyPr>
        <a:lstStyle/>
        <a:p>
          <a:pPr marL="0" lvl="0" indent="0" algn="l" defTabSz="577850">
            <a:lnSpc>
              <a:spcPct val="90000"/>
            </a:lnSpc>
            <a:spcBef>
              <a:spcPct val="0"/>
            </a:spcBef>
            <a:spcAft>
              <a:spcPct val="35000"/>
            </a:spcAft>
            <a:buNone/>
          </a:pPr>
          <a:r>
            <a:rPr lang="fr-FR" sz="1300" kern="1200" dirty="0" err="1"/>
            <a:t>TypeVoie</a:t>
          </a:r>
          <a:endParaRPr lang="fr-FR" sz="1300" kern="1200" dirty="0"/>
        </a:p>
        <a:p>
          <a:pPr marL="57150" lvl="1" indent="-57150" algn="l" defTabSz="444500">
            <a:lnSpc>
              <a:spcPct val="90000"/>
            </a:lnSpc>
            <a:spcBef>
              <a:spcPct val="0"/>
            </a:spcBef>
            <a:spcAft>
              <a:spcPct val="15000"/>
            </a:spcAft>
            <a:buChar char="•"/>
          </a:pPr>
          <a:r>
            <a:rPr lang="fr-FR" sz="1000" kern="1200" dirty="0" err="1"/>
            <a:t>code_type_voie</a:t>
          </a:r>
          <a:endParaRPr lang="fr-FR" sz="1000" kern="1200" dirty="0"/>
        </a:p>
        <a:p>
          <a:pPr marL="57150" lvl="1" indent="-57150" algn="l" defTabSz="444500">
            <a:lnSpc>
              <a:spcPct val="90000"/>
            </a:lnSpc>
            <a:spcBef>
              <a:spcPct val="0"/>
            </a:spcBef>
            <a:spcAft>
              <a:spcPct val="15000"/>
            </a:spcAft>
            <a:buChar char="•"/>
          </a:pPr>
          <a:r>
            <a:rPr lang="fr-FR" sz="1000" kern="1200" dirty="0" err="1"/>
            <a:t>type_voie</a:t>
          </a:r>
          <a:endParaRPr lang="fr-FR" sz="1000" kern="1200" dirty="0"/>
        </a:p>
      </dsp:txBody>
      <dsp:txXfrm rot="5400000">
        <a:off x="1238398" y="467037"/>
        <a:ext cx="1148953" cy="1401112"/>
      </dsp:txXfrm>
    </dsp:sp>
    <dsp:sp modelId="{4A290489-034E-4A19-9948-E5DB404060BD}">
      <dsp:nvSpPr>
        <dsp:cNvPr id="0" name=""/>
        <dsp:cNvSpPr/>
      </dsp:nvSpPr>
      <dsp:spPr>
        <a:xfrm rot="16200000">
          <a:off x="1880407" y="593116"/>
          <a:ext cx="2335186" cy="114895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0" rIns="85636" bIns="0" numCol="1" spcCol="1270" anchor="t" anchorCtr="0">
          <a:noAutofit/>
        </a:bodyPr>
        <a:lstStyle/>
        <a:p>
          <a:pPr marL="0" lvl="0" indent="0" algn="l" defTabSz="577850">
            <a:lnSpc>
              <a:spcPct val="90000"/>
            </a:lnSpc>
            <a:spcBef>
              <a:spcPct val="0"/>
            </a:spcBef>
            <a:spcAft>
              <a:spcPct val="35000"/>
            </a:spcAft>
            <a:buNone/>
          </a:pPr>
          <a:r>
            <a:rPr lang="fr-FR" sz="1300" kern="1200" dirty="0"/>
            <a:t>Voie</a:t>
          </a:r>
        </a:p>
        <a:p>
          <a:pPr marL="57150" lvl="1" indent="-57150" algn="l" defTabSz="444500">
            <a:lnSpc>
              <a:spcPct val="90000"/>
            </a:lnSpc>
            <a:spcBef>
              <a:spcPct val="0"/>
            </a:spcBef>
            <a:spcAft>
              <a:spcPct val="15000"/>
            </a:spcAft>
            <a:buChar char="•"/>
          </a:pPr>
          <a:r>
            <a:rPr lang="fr-FR" sz="1000" kern="1200" dirty="0" err="1"/>
            <a:t>id_voie</a:t>
          </a:r>
          <a:endParaRPr lang="fr-FR" sz="1000" kern="1200" dirty="0"/>
        </a:p>
        <a:p>
          <a:pPr marL="57150" lvl="1" indent="-57150" algn="l" defTabSz="444500">
            <a:lnSpc>
              <a:spcPct val="90000"/>
            </a:lnSpc>
            <a:spcBef>
              <a:spcPct val="0"/>
            </a:spcBef>
            <a:spcAft>
              <a:spcPct val="15000"/>
            </a:spcAft>
            <a:buChar char="•"/>
          </a:pPr>
          <a:r>
            <a:rPr lang="fr-FR" sz="1000" kern="1200" dirty="0" err="1"/>
            <a:t>code_voie</a:t>
          </a:r>
          <a:endParaRPr lang="fr-FR" sz="1000" kern="1200" dirty="0"/>
        </a:p>
        <a:p>
          <a:pPr marL="57150" lvl="1" indent="-57150" algn="l" defTabSz="444500">
            <a:lnSpc>
              <a:spcPct val="90000"/>
            </a:lnSpc>
            <a:spcBef>
              <a:spcPct val="0"/>
            </a:spcBef>
            <a:spcAft>
              <a:spcPct val="15000"/>
            </a:spcAft>
            <a:buChar char="•"/>
          </a:pPr>
          <a:r>
            <a:rPr lang="fr-FR" sz="1000" kern="1200" dirty="0"/>
            <a:t>voie</a:t>
          </a:r>
        </a:p>
      </dsp:txBody>
      <dsp:txXfrm rot="5400000">
        <a:off x="2473523" y="467037"/>
        <a:ext cx="1148953" cy="1401112"/>
      </dsp:txXfrm>
    </dsp:sp>
    <dsp:sp modelId="{8051B01D-C4B9-46EB-8969-69D31F120CE5}">
      <dsp:nvSpPr>
        <dsp:cNvPr id="0" name=""/>
        <dsp:cNvSpPr/>
      </dsp:nvSpPr>
      <dsp:spPr>
        <a:xfrm rot="16200000">
          <a:off x="3115531" y="593116"/>
          <a:ext cx="2335186" cy="114895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0" rIns="85636" bIns="0" numCol="1" spcCol="1270" anchor="t" anchorCtr="0">
          <a:noAutofit/>
        </a:bodyPr>
        <a:lstStyle/>
        <a:p>
          <a:pPr marL="0" lvl="0" indent="0" algn="l" defTabSz="577850">
            <a:lnSpc>
              <a:spcPct val="90000"/>
            </a:lnSpc>
            <a:spcBef>
              <a:spcPct val="0"/>
            </a:spcBef>
            <a:spcAft>
              <a:spcPct val="35000"/>
            </a:spcAft>
            <a:buNone/>
          </a:pPr>
          <a:r>
            <a:rPr lang="fr-FR" sz="1300" kern="1200" dirty="0"/>
            <a:t>Vente</a:t>
          </a:r>
        </a:p>
        <a:p>
          <a:pPr marL="57150" lvl="1" indent="-57150" algn="l" defTabSz="444500">
            <a:lnSpc>
              <a:spcPct val="90000"/>
            </a:lnSpc>
            <a:spcBef>
              <a:spcPct val="0"/>
            </a:spcBef>
            <a:spcAft>
              <a:spcPct val="15000"/>
            </a:spcAft>
            <a:buChar char="•"/>
          </a:pPr>
          <a:r>
            <a:rPr lang="fr-FR" sz="1000" kern="1200" dirty="0" err="1"/>
            <a:t>date_mutation</a:t>
          </a:r>
          <a:endParaRPr lang="fr-FR" sz="1000" kern="1200" dirty="0"/>
        </a:p>
        <a:p>
          <a:pPr marL="57150" lvl="1" indent="-57150" algn="l" defTabSz="444500">
            <a:lnSpc>
              <a:spcPct val="90000"/>
            </a:lnSpc>
            <a:spcBef>
              <a:spcPct val="0"/>
            </a:spcBef>
            <a:spcAft>
              <a:spcPct val="15000"/>
            </a:spcAft>
            <a:buChar char="•"/>
          </a:pPr>
          <a:r>
            <a:rPr lang="fr-FR" sz="1000" kern="1200" dirty="0" err="1"/>
            <a:t>valeur_fonciere</a:t>
          </a:r>
          <a:endParaRPr lang="fr-FR" sz="1000" kern="1200" dirty="0"/>
        </a:p>
      </dsp:txBody>
      <dsp:txXfrm rot="5400000">
        <a:off x="3708647" y="467037"/>
        <a:ext cx="1148953" cy="1401112"/>
      </dsp:txXfrm>
    </dsp:sp>
    <dsp:sp modelId="{1919E3A9-A403-49EE-86B4-AB03B2AB6CD8}">
      <dsp:nvSpPr>
        <dsp:cNvPr id="0" name=""/>
        <dsp:cNvSpPr/>
      </dsp:nvSpPr>
      <dsp:spPr>
        <a:xfrm rot="16200000">
          <a:off x="4350656" y="593116"/>
          <a:ext cx="2335186" cy="114895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0" rIns="85636" bIns="0" numCol="1" spcCol="1270" anchor="t" anchorCtr="0">
          <a:noAutofit/>
        </a:bodyPr>
        <a:lstStyle/>
        <a:p>
          <a:pPr marL="0" lvl="0" indent="0" algn="l" defTabSz="577850">
            <a:lnSpc>
              <a:spcPct val="90000"/>
            </a:lnSpc>
            <a:spcBef>
              <a:spcPct val="0"/>
            </a:spcBef>
            <a:spcAft>
              <a:spcPct val="35000"/>
            </a:spcAft>
            <a:buNone/>
          </a:pPr>
          <a:r>
            <a:rPr lang="fr-FR" sz="1300" kern="1200"/>
            <a:t>Bien</a:t>
          </a:r>
          <a:endParaRPr lang="fr-FR" sz="1300" kern="1200" dirty="0"/>
        </a:p>
        <a:p>
          <a:pPr marL="57150" lvl="1" indent="-57150" algn="l" defTabSz="444500">
            <a:lnSpc>
              <a:spcPct val="90000"/>
            </a:lnSpc>
            <a:spcBef>
              <a:spcPct val="0"/>
            </a:spcBef>
            <a:spcAft>
              <a:spcPct val="15000"/>
            </a:spcAft>
            <a:buChar char="•"/>
          </a:pPr>
          <a:r>
            <a:rPr lang="fr-FR" sz="1000" kern="1200"/>
            <a:t>id_bien</a:t>
          </a:r>
          <a:endParaRPr lang="fr-FR" sz="1000" kern="1200" dirty="0"/>
        </a:p>
        <a:p>
          <a:pPr marL="57150" lvl="1" indent="-57150" algn="l" defTabSz="444500">
            <a:lnSpc>
              <a:spcPct val="90000"/>
            </a:lnSpc>
            <a:spcBef>
              <a:spcPct val="0"/>
            </a:spcBef>
            <a:spcAft>
              <a:spcPct val="15000"/>
            </a:spcAft>
            <a:buChar char="•"/>
          </a:pPr>
          <a:r>
            <a:rPr lang="fr-FR" sz="1000" kern="1200" dirty="0" err="1"/>
            <a:t>num_voie</a:t>
          </a:r>
          <a:endParaRPr lang="fr-FR" sz="1000" kern="1200" dirty="0"/>
        </a:p>
        <a:p>
          <a:pPr marL="57150" lvl="1" indent="-57150" algn="l" defTabSz="444500">
            <a:lnSpc>
              <a:spcPct val="90000"/>
            </a:lnSpc>
            <a:spcBef>
              <a:spcPct val="0"/>
            </a:spcBef>
            <a:spcAft>
              <a:spcPct val="15000"/>
            </a:spcAft>
            <a:buChar char="•"/>
          </a:pPr>
          <a:r>
            <a:rPr lang="fr-FR" sz="1000" kern="1200" dirty="0" err="1"/>
            <a:t>b_t_q</a:t>
          </a:r>
          <a:endParaRPr lang="fr-FR" sz="1000" kern="1200" dirty="0"/>
        </a:p>
        <a:p>
          <a:pPr marL="57150" lvl="1" indent="-57150" algn="l" defTabSz="444500">
            <a:lnSpc>
              <a:spcPct val="90000"/>
            </a:lnSpc>
            <a:spcBef>
              <a:spcPct val="0"/>
            </a:spcBef>
            <a:spcAft>
              <a:spcPct val="15000"/>
            </a:spcAft>
            <a:buChar char="•"/>
          </a:pPr>
          <a:r>
            <a:rPr lang="fr-FR" sz="1000" kern="1200" dirty="0" err="1"/>
            <a:t>code_postal</a:t>
          </a:r>
          <a:endParaRPr lang="fr-FR" sz="1000" kern="1200" dirty="0"/>
        </a:p>
        <a:p>
          <a:pPr marL="57150" lvl="1" indent="-57150" algn="l" defTabSz="444500">
            <a:lnSpc>
              <a:spcPct val="90000"/>
            </a:lnSpc>
            <a:spcBef>
              <a:spcPct val="0"/>
            </a:spcBef>
            <a:spcAft>
              <a:spcPct val="15000"/>
            </a:spcAft>
            <a:buChar char="•"/>
          </a:pPr>
          <a:r>
            <a:rPr lang="fr-FR" sz="1000" kern="1200" dirty="0" err="1"/>
            <a:t>surface_carrez</a:t>
          </a:r>
          <a:endParaRPr lang="fr-FR" sz="1000" kern="1200" dirty="0"/>
        </a:p>
        <a:p>
          <a:pPr marL="57150" lvl="1" indent="-57150" algn="l" defTabSz="444500">
            <a:lnSpc>
              <a:spcPct val="90000"/>
            </a:lnSpc>
            <a:spcBef>
              <a:spcPct val="0"/>
            </a:spcBef>
            <a:spcAft>
              <a:spcPct val="15000"/>
            </a:spcAft>
            <a:buChar char="•"/>
          </a:pPr>
          <a:r>
            <a:rPr lang="fr-FR" sz="1000" kern="1200" dirty="0" err="1"/>
            <a:t>surface_réelle</a:t>
          </a:r>
          <a:endParaRPr lang="fr-FR" sz="1000" kern="1200" dirty="0"/>
        </a:p>
        <a:p>
          <a:pPr marL="57150" lvl="1" indent="-57150" algn="l" defTabSz="444500">
            <a:lnSpc>
              <a:spcPct val="90000"/>
            </a:lnSpc>
            <a:spcBef>
              <a:spcPct val="0"/>
            </a:spcBef>
            <a:spcAft>
              <a:spcPct val="15000"/>
            </a:spcAft>
            <a:buChar char="•"/>
          </a:pPr>
          <a:r>
            <a:rPr lang="fr-FR" sz="1000" kern="1200" dirty="0" err="1"/>
            <a:t>nb_pieces</a:t>
          </a:r>
          <a:endParaRPr lang="fr-FR" sz="1000" kern="1200" dirty="0"/>
        </a:p>
      </dsp:txBody>
      <dsp:txXfrm rot="5400000">
        <a:off x="4943772" y="467037"/>
        <a:ext cx="1148953" cy="14011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79E886-7FC8-44AF-864C-F07C25D2A6CB}">
      <dsp:nvSpPr>
        <dsp:cNvPr id="0" name=""/>
        <dsp:cNvSpPr/>
      </dsp:nvSpPr>
      <dsp:spPr>
        <a:xfrm>
          <a:off x="92006" y="1970897"/>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dirty="0"/>
            <a:t>DVF</a:t>
          </a:r>
        </a:p>
      </dsp:txBody>
      <dsp:txXfrm>
        <a:off x="112053" y="1990944"/>
        <a:ext cx="1328804" cy="644355"/>
      </dsp:txXfrm>
    </dsp:sp>
    <dsp:sp modelId="{1F9FEE55-0249-44EF-B553-6E9DAE813626}">
      <dsp:nvSpPr>
        <dsp:cNvPr id="0" name=""/>
        <dsp:cNvSpPr/>
      </dsp:nvSpPr>
      <dsp:spPr>
        <a:xfrm rot="17132988">
          <a:off x="713408" y="1315910"/>
          <a:ext cx="2042553" cy="26630"/>
        </a:xfrm>
        <a:custGeom>
          <a:avLst/>
          <a:gdLst/>
          <a:ahLst/>
          <a:cxnLst/>
          <a:rect l="0" t="0" r="0" b="0"/>
          <a:pathLst>
            <a:path>
              <a:moveTo>
                <a:pt x="0" y="13315"/>
              </a:moveTo>
              <a:lnTo>
                <a:pt x="2042553" y="133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p>
      </dsp:txBody>
      <dsp:txXfrm>
        <a:off x="1683620" y="1278162"/>
        <a:ext cx="102127" cy="102127"/>
      </dsp:txXfrm>
    </dsp:sp>
    <dsp:sp modelId="{033598E7-5820-4C32-9C75-186F1DFCF5CC}">
      <dsp:nvSpPr>
        <dsp:cNvPr id="0" name=""/>
        <dsp:cNvSpPr/>
      </dsp:nvSpPr>
      <dsp:spPr>
        <a:xfrm>
          <a:off x="2008464" y="3105"/>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dirty="0"/>
            <a:t>Récupération des colonnes contentant l’adresse des biens et les caractéristiques des biens</a:t>
          </a:r>
        </a:p>
      </dsp:txBody>
      <dsp:txXfrm>
        <a:off x="2028511" y="23152"/>
        <a:ext cx="1328804" cy="644355"/>
      </dsp:txXfrm>
    </dsp:sp>
    <dsp:sp modelId="{8E67D6B5-54A0-4232-A90C-AD488B937FFF}">
      <dsp:nvSpPr>
        <dsp:cNvPr id="0" name=""/>
        <dsp:cNvSpPr/>
      </dsp:nvSpPr>
      <dsp:spPr>
        <a:xfrm>
          <a:off x="3377362" y="332015"/>
          <a:ext cx="547559" cy="26630"/>
        </a:xfrm>
        <a:custGeom>
          <a:avLst/>
          <a:gdLst/>
          <a:ahLst/>
          <a:cxnLst/>
          <a:rect l="0" t="0" r="0" b="0"/>
          <a:pathLst>
            <a:path>
              <a:moveTo>
                <a:pt x="0" y="13315"/>
              </a:moveTo>
              <a:lnTo>
                <a:pt x="547559" y="1331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637453" y="331641"/>
        <a:ext cx="27377" cy="27377"/>
      </dsp:txXfrm>
    </dsp:sp>
    <dsp:sp modelId="{61CBD12A-469F-4BCF-9C47-703B8A64B1BD}">
      <dsp:nvSpPr>
        <dsp:cNvPr id="0" name=""/>
        <dsp:cNvSpPr/>
      </dsp:nvSpPr>
      <dsp:spPr>
        <a:xfrm>
          <a:off x="3924922" y="3105"/>
          <a:ext cx="1368898" cy="684449"/>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fr-FR" sz="900" kern="1200" dirty="0"/>
        </a:p>
      </dsp:txBody>
      <dsp:txXfrm>
        <a:off x="3944969" y="23152"/>
        <a:ext cx="1328804" cy="644355"/>
      </dsp:txXfrm>
    </dsp:sp>
    <dsp:sp modelId="{7CE89397-C02D-473D-BF19-888E92125F93}">
      <dsp:nvSpPr>
        <dsp:cNvPr id="0" name=""/>
        <dsp:cNvSpPr/>
      </dsp:nvSpPr>
      <dsp:spPr>
        <a:xfrm>
          <a:off x="5293820" y="332015"/>
          <a:ext cx="547559" cy="26630"/>
        </a:xfrm>
        <a:custGeom>
          <a:avLst/>
          <a:gdLst/>
          <a:ahLst/>
          <a:cxnLst/>
          <a:rect l="0" t="0" r="0" b="0"/>
          <a:pathLst>
            <a:path>
              <a:moveTo>
                <a:pt x="0" y="13315"/>
              </a:moveTo>
              <a:lnTo>
                <a:pt x="547559" y="1331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5553911" y="331641"/>
        <a:ext cx="27377" cy="27377"/>
      </dsp:txXfrm>
    </dsp:sp>
    <dsp:sp modelId="{F078CE6B-DAF9-44F9-AFB2-C06F568A5819}">
      <dsp:nvSpPr>
        <dsp:cNvPr id="0" name=""/>
        <dsp:cNvSpPr/>
      </dsp:nvSpPr>
      <dsp:spPr>
        <a:xfrm>
          <a:off x="5841379" y="3105"/>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a:t>Bien.csv</a:t>
          </a:r>
          <a:endParaRPr lang="fr-FR" sz="900" kern="1200" dirty="0"/>
        </a:p>
      </dsp:txBody>
      <dsp:txXfrm>
        <a:off x="5861426" y="23152"/>
        <a:ext cx="1328804" cy="644355"/>
      </dsp:txXfrm>
    </dsp:sp>
    <dsp:sp modelId="{F29FBBD5-1F7F-4553-8AC4-F9B793CF2897}">
      <dsp:nvSpPr>
        <dsp:cNvPr id="0" name=""/>
        <dsp:cNvSpPr/>
      </dsp:nvSpPr>
      <dsp:spPr>
        <a:xfrm rot="18289469">
          <a:off x="1255264" y="1906248"/>
          <a:ext cx="958839" cy="26630"/>
        </a:xfrm>
        <a:custGeom>
          <a:avLst/>
          <a:gdLst/>
          <a:ahLst/>
          <a:cxnLst/>
          <a:rect l="0" t="0" r="0" b="0"/>
          <a:pathLst>
            <a:path>
              <a:moveTo>
                <a:pt x="0" y="13315"/>
              </a:moveTo>
              <a:lnTo>
                <a:pt x="958839" y="133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1710713" y="1895592"/>
        <a:ext cx="47941" cy="47941"/>
      </dsp:txXfrm>
    </dsp:sp>
    <dsp:sp modelId="{41F2D90E-28CD-44F5-9D90-B97A89D64662}">
      <dsp:nvSpPr>
        <dsp:cNvPr id="0" name=""/>
        <dsp:cNvSpPr/>
      </dsp:nvSpPr>
      <dsp:spPr>
        <a:xfrm>
          <a:off x="2008464" y="1183780"/>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dirty="0"/>
            <a:t>Regroupement des colonnes </a:t>
          </a:r>
          <a:r>
            <a:rPr lang="fr-FR" sz="900" kern="1200" dirty="0" err="1"/>
            <a:t>code_voie</a:t>
          </a:r>
          <a:r>
            <a:rPr lang="fr-FR" sz="900" kern="1200" dirty="0"/>
            <a:t> et voie avec la colonne </a:t>
          </a:r>
          <a:r>
            <a:rPr lang="fr-FR" sz="900" kern="1200" dirty="0" err="1"/>
            <a:t>id_bien</a:t>
          </a:r>
          <a:r>
            <a:rPr lang="fr-FR" sz="900" kern="1200" dirty="0"/>
            <a:t> et ajout de la colonne </a:t>
          </a:r>
          <a:r>
            <a:rPr lang="fr-FR" sz="900" kern="1200" dirty="0" err="1"/>
            <a:t>id_voie</a:t>
          </a:r>
          <a:endParaRPr lang="fr-FR" sz="900" kern="1200" dirty="0"/>
        </a:p>
      </dsp:txBody>
      <dsp:txXfrm>
        <a:off x="2028511" y="1203827"/>
        <a:ext cx="1328804" cy="644355"/>
      </dsp:txXfrm>
    </dsp:sp>
    <dsp:sp modelId="{EFFDD69D-D68A-4D3D-B1DE-7AEA5EFC3F8B}">
      <dsp:nvSpPr>
        <dsp:cNvPr id="0" name=""/>
        <dsp:cNvSpPr/>
      </dsp:nvSpPr>
      <dsp:spPr>
        <a:xfrm rot="10509">
          <a:off x="3377361" y="1513504"/>
          <a:ext cx="532900" cy="26630"/>
        </a:xfrm>
        <a:custGeom>
          <a:avLst/>
          <a:gdLst/>
          <a:ahLst/>
          <a:cxnLst/>
          <a:rect l="0" t="0" r="0" b="0"/>
          <a:pathLst>
            <a:path>
              <a:moveTo>
                <a:pt x="0" y="13315"/>
              </a:moveTo>
              <a:lnTo>
                <a:pt x="532900" y="1331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630489" y="1513497"/>
        <a:ext cx="26645" cy="26645"/>
      </dsp:txXfrm>
    </dsp:sp>
    <dsp:sp modelId="{20FDF42E-277A-4A57-AD66-C48672FB602C}">
      <dsp:nvSpPr>
        <dsp:cNvPr id="0" name=""/>
        <dsp:cNvSpPr/>
      </dsp:nvSpPr>
      <dsp:spPr>
        <a:xfrm>
          <a:off x="3910261" y="1185409"/>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dirty="0"/>
            <a:t>Suppression de l’</a:t>
          </a:r>
          <a:r>
            <a:rPr lang="fr-FR" sz="900" kern="1200" dirty="0" err="1"/>
            <a:t>id_bien</a:t>
          </a:r>
          <a:r>
            <a:rPr lang="fr-FR" sz="900" kern="1200" dirty="0"/>
            <a:t> et des doublons</a:t>
          </a:r>
        </a:p>
      </dsp:txBody>
      <dsp:txXfrm>
        <a:off x="3930308" y="1205456"/>
        <a:ext cx="1328804" cy="644355"/>
      </dsp:txXfrm>
    </dsp:sp>
    <dsp:sp modelId="{4D308E20-F220-40E8-946C-02094C1CC298}">
      <dsp:nvSpPr>
        <dsp:cNvPr id="0" name=""/>
        <dsp:cNvSpPr/>
      </dsp:nvSpPr>
      <dsp:spPr>
        <a:xfrm rot="48077">
          <a:off x="5279132" y="1518196"/>
          <a:ext cx="554526" cy="26630"/>
        </a:xfrm>
        <a:custGeom>
          <a:avLst/>
          <a:gdLst/>
          <a:ahLst/>
          <a:cxnLst/>
          <a:rect l="0" t="0" r="0" b="0"/>
          <a:pathLst>
            <a:path>
              <a:moveTo>
                <a:pt x="0" y="13315"/>
              </a:moveTo>
              <a:lnTo>
                <a:pt x="554526" y="1331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5542532" y="1517648"/>
        <a:ext cx="27726" cy="27726"/>
      </dsp:txXfrm>
    </dsp:sp>
    <dsp:sp modelId="{0354EC59-17F9-4976-BCF8-345A0D5F7522}">
      <dsp:nvSpPr>
        <dsp:cNvPr id="0" name=""/>
        <dsp:cNvSpPr/>
      </dsp:nvSpPr>
      <dsp:spPr>
        <a:xfrm>
          <a:off x="5833631" y="1193164"/>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a:t>Voie.csv</a:t>
          </a:r>
          <a:endParaRPr lang="fr-FR" sz="900" kern="1200" dirty="0"/>
        </a:p>
      </dsp:txBody>
      <dsp:txXfrm>
        <a:off x="5853678" y="1213211"/>
        <a:ext cx="1328804" cy="644355"/>
      </dsp:txXfrm>
    </dsp:sp>
    <dsp:sp modelId="{9A9C2B24-CF48-405B-A2E2-3616EDC19618}">
      <dsp:nvSpPr>
        <dsp:cNvPr id="0" name=""/>
        <dsp:cNvSpPr/>
      </dsp:nvSpPr>
      <dsp:spPr>
        <a:xfrm rot="17642819">
          <a:off x="2993329" y="920799"/>
          <a:ext cx="1296283" cy="26630"/>
        </a:xfrm>
        <a:custGeom>
          <a:avLst/>
          <a:gdLst/>
          <a:ahLst/>
          <a:cxnLst/>
          <a:rect l="0" t="0" r="0" b="0"/>
          <a:pathLst>
            <a:path>
              <a:moveTo>
                <a:pt x="0" y="13315"/>
              </a:moveTo>
              <a:lnTo>
                <a:pt x="1296283" y="1331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609064" y="901707"/>
        <a:ext cx="64814" cy="64814"/>
      </dsp:txXfrm>
    </dsp:sp>
    <dsp:sp modelId="{68296010-257F-4A0D-A54D-41AD6F7340C0}">
      <dsp:nvSpPr>
        <dsp:cNvPr id="0" name=""/>
        <dsp:cNvSpPr/>
      </dsp:nvSpPr>
      <dsp:spPr>
        <a:xfrm>
          <a:off x="3905579" y="0"/>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dirty="0"/>
            <a:t>Regroupement de la colonne </a:t>
          </a:r>
          <a:r>
            <a:rPr lang="fr-FR" sz="900" kern="1200" dirty="0" err="1"/>
            <a:t>id_voie</a:t>
          </a:r>
          <a:r>
            <a:rPr lang="fr-FR" sz="900" kern="1200" dirty="0"/>
            <a:t> avec les éléments du Bien</a:t>
          </a:r>
        </a:p>
      </dsp:txBody>
      <dsp:txXfrm>
        <a:off x="3925626" y="20047"/>
        <a:ext cx="1328804" cy="644355"/>
      </dsp:txXfrm>
    </dsp:sp>
    <dsp:sp modelId="{F90984EA-1D7E-407B-81C3-4F30D059F40F}">
      <dsp:nvSpPr>
        <dsp:cNvPr id="0" name=""/>
        <dsp:cNvSpPr/>
      </dsp:nvSpPr>
      <dsp:spPr>
        <a:xfrm rot="2142401">
          <a:off x="1397524" y="2496585"/>
          <a:ext cx="674321" cy="26630"/>
        </a:xfrm>
        <a:custGeom>
          <a:avLst/>
          <a:gdLst/>
          <a:ahLst/>
          <a:cxnLst/>
          <a:rect l="0" t="0" r="0" b="0"/>
          <a:pathLst>
            <a:path>
              <a:moveTo>
                <a:pt x="0" y="13315"/>
              </a:moveTo>
              <a:lnTo>
                <a:pt x="674321" y="133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1717826" y="2493043"/>
        <a:ext cx="33716" cy="33716"/>
      </dsp:txXfrm>
    </dsp:sp>
    <dsp:sp modelId="{95298744-32EA-4E71-AE6A-8403ECECDD8C}">
      <dsp:nvSpPr>
        <dsp:cNvPr id="0" name=""/>
        <dsp:cNvSpPr/>
      </dsp:nvSpPr>
      <dsp:spPr>
        <a:xfrm>
          <a:off x="2008464" y="2364455"/>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dirty="0"/>
            <a:t>Regroupement des colonnes </a:t>
          </a:r>
          <a:r>
            <a:rPr lang="fr-FR" sz="900" kern="1200" dirty="0" err="1"/>
            <a:t>code_type_local</a:t>
          </a:r>
          <a:r>
            <a:rPr lang="fr-FR" sz="900" kern="1200" dirty="0"/>
            <a:t> et </a:t>
          </a:r>
          <a:r>
            <a:rPr lang="fr-FR" sz="900" kern="1200" dirty="0" err="1"/>
            <a:t>type_local</a:t>
          </a:r>
          <a:endParaRPr lang="fr-FR" sz="900" kern="1200" dirty="0"/>
        </a:p>
      </dsp:txBody>
      <dsp:txXfrm>
        <a:off x="2028511" y="2384502"/>
        <a:ext cx="1328804" cy="644355"/>
      </dsp:txXfrm>
    </dsp:sp>
    <dsp:sp modelId="{056B1500-2701-41CC-AA48-59661758CA54}">
      <dsp:nvSpPr>
        <dsp:cNvPr id="0" name=""/>
        <dsp:cNvSpPr/>
      </dsp:nvSpPr>
      <dsp:spPr>
        <a:xfrm>
          <a:off x="3377362" y="2693364"/>
          <a:ext cx="547559" cy="26630"/>
        </a:xfrm>
        <a:custGeom>
          <a:avLst/>
          <a:gdLst/>
          <a:ahLst/>
          <a:cxnLst/>
          <a:rect l="0" t="0" r="0" b="0"/>
          <a:pathLst>
            <a:path>
              <a:moveTo>
                <a:pt x="0" y="13315"/>
              </a:moveTo>
              <a:lnTo>
                <a:pt x="547559" y="1331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637453" y="2692991"/>
        <a:ext cx="27377" cy="27377"/>
      </dsp:txXfrm>
    </dsp:sp>
    <dsp:sp modelId="{7493B892-FBBE-4CB5-87CA-6137FCAF766A}">
      <dsp:nvSpPr>
        <dsp:cNvPr id="0" name=""/>
        <dsp:cNvSpPr/>
      </dsp:nvSpPr>
      <dsp:spPr>
        <a:xfrm>
          <a:off x="3924922" y="2364455"/>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dirty="0"/>
            <a:t>TypeLocal.csv</a:t>
          </a:r>
        </a:p>
      </dsp:txBody>
      <dsp:txXfrm>
        <a:off x="3944969" y="2384502"/>
        <a:ext cx="1328804" cy="644355"/>
      </dsp:txXfrm>
    </dsp:sp>
    <dsp:sp modelId="{0E07D594-FE96-492B-9E55-1FFEF3D9E412}">
      <dsp:nvSpPr>
        <dsp:cNvPr id="0" name=""/>
        <dsp:cNvSpPr/>
      </dsp:nvSpPr>
      <dsp:spPr>
        <a:xfrm rot="3907178">
          <a:off x="1083951" y="2890143"/>
          <a:ext cx="1301466" cy="26630"/>
        </a:xfrm>
        <a:custGeom>
          <a:avLst/>
          <a:gdLst/>
          <a:ahLst/>
          <a:cxnLst/>
          <a:rect l="0" t="0" r="0" b="0"/>
          <a:pathLst>
            <a:path>
              <a:moveTo>
                <a:pt x="0" y="13315"/>
              </a:moveTo>
              <a:lnTo>
                <a:pt x="1301466" y="133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1702148" y="2870922"/>
        <a:ext cx="65073" cy="65073"/>
      </dsp:txXfrm>
    </dsp:sp>
    <dsp:sp modelId="{683263C5-43AB-4583-896F-31051BFBFC24}">
      <dsp:nvSpPr>
        <dsp:cNvPr id="0" name=""/>
        <dsp:cNvSpPr/>
      </dsp:nvSpPr>
      <dsp:spPr>
        <a:xfrm>
          <a:off x="2008464" y="3151572"/>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dirty="0"/>
            <a:t>Regroupement des colonnes </a:t>
          </a:r>
          <a:r>
            <a:rPr lang="fr-FR" sz="900" kern="1200" dirty="0" err="1"/>
            <a:t>code_type_voie</a:t>
          </a:r>
          <a:r>
            <a:rPr lang="fr-FR" sz="900" kern="1200" dirty="0"/>
            <a:t> et </a:t>
          </a:r>
          <a:r>
            <a:rPr lang="fr-FR" sz="900" kern="1200" dirty="0" err="1"/>
            <a:t>type_voie</a:t>
          </a:r>
          <a:endParaRPr lang="fr-FR" sz="900" kern="1200" dirty="0"/>
        </a:p>
      </dsp:txBody>
      <dsp:txXfrm>
        <a:off x="2028511" y="3171619"/>
        <a:ext cx="1328804" cy="644355"/>
      </dsp:txXfrm>
    </dsp:sp>
    <dsp:sp modelId="{E3E7DE42-085C-4D19-BCD5-B411BC96410C}">
      <dsp:nvSpPr>
        <dsp:cNvPr id="0" name=""/>
        <dsp:cNvSpPr/>
      </dsp:nvSpPr>
      <dsp:spPr>
        <a:xfrm>
          <a:off x="3377362" y="3480481"/>
          <a:ext cx="547559" cy="26630"/>
        </a:xfrm>
        <a:custGeom>
          <a:avLst/>
          <a:gdLst/>
          <a:ahLst/>
          <a:cxnLst/>
          <a:rect l="0" t="0" r="0" b="0"/>
          <a:pathLst>
            <a:path>
              <a:moveTo>
                <a:pt x="0" y="13315"/>
              </a:moveTo>
              <a:lnTo>
                <a:pt x="547559" y="1331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637453" y="3480107"/>
        <a:ext cx="27377" cy="27377"/>
      </dsp:txXfrm>
    </dsp:sp>
    <dsp:sp modelId="{2215787D-0DB8-4C0E-A20B-D159E8B1412B}">
      <dsp:nvSpPr>
        <dsp:cNvPr id="0" name=""/>
        <dsp:cNvSpPr/>
      </dsp:nvSpPr>
      <dsp:spPr>
        <a:xfrm>
          <a:off x="3924922" y="3151572"/>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a:t>TypeVoie.csv</a:t>
          </a:r>
          <a:endParaRPr lang="fr-FR" sz="900" kern="1200" dirty="0"/>
        </a:p>
      </dsp:txBody>
      <dsp:txXfrm>
        <a:off x="3944969" y="3171619"/>
        <a:ext cx="1328804" cy="644355"/>
      </dsp:txXfrm>
    </dsp:sp>
    <dsp:sp modelId="{B52AD472-5085-4904-887C-42428D7864C3}">
      <dsp:nvSpPr>
        <dsp:cNvPr id="0" name=""/>
        <dsp:cNvSpPr/>
      </dsp:nvSpPr>
      <dsp:spPr>
        <a:xfrm rot="4467012">
          <a:off x="713408" y="3283702"/>
          <a:ext cx="2042553" cy="26630"/>
        </a:xfrm>
        <a:custGeom>
          <a:avLst/>
          <a:gdLst/>
          <a:ahLst/>
          <a:cxnLst/>
          <a:rect l="0" t="0" r="0" b="0"/>
          <a:pathLst>
            <a:path>
              <a:moveTo>
                <a:pt x="0" y="13315"/>
              </a:moveTo>
              <a:lnTo>
                <a:pt x="2042553" y="133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p>
      </dsp:txBody>
      <dsp:txXfrm>
        <a:off x="1683620" y="3245953"/>
        <a:ext cx="102127" cy="102127"/>
      </dsp:txXfrm>
    </dsp:sp>
    <dsp:sp modelId="{D1E27320-C537-4A20-A013-6818CA761B90}">
      <dsp:nvSpPr>
        <dsp:cNvPr id="0" name=""/>
        <dsp:cNvSpPr/>
      </dsp:nvSpPr>
      <dsp:spPr>
        <a:xfrm>
          <a:off x="2008464" y="3938688"/>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dirty="0"/>
            <a:t>Récupération des colonnes  </a:t>
          </a:r>
          <a:r>
            <a:rPr lang="fr-FR" sz="900" kern="1200" dirty="0" err="1"/>
            <a:t>date_mutation</a:t>
          </a:r>
          <a:r>
            <a:rPr lang="fr-FR" sz="900" kern="1200" dirty="0"/>
            <a:t>, </a:t>
          </a:r>
          <a:r>
            <a:rPr lang="fr-FR" sz="900" kern="1200" dirty="0" err="1"/>
            <a:t>valeurs_foncieres</a:t>
          </a:r>
          <a:r>
            <a:rPr lang="fr-FR" sz="900" kern="1200" dirty="0"/>
            <a:t> et </a:t>
          </a:r>
          <a:r>
            <a:rPr lang="fr-FR" sz="900" kern="1200" dirty="0" err="1"/>
            <a:t>id_bien</a:t>
          </a:r>
          <a:endParaRPr lang="fr-FR" sz="900" kern="1200" dirty="0"/>
        </a:p>
      </dsp:txBody>
      <dsp:txXfrm>
        <a:off x="2028511" y="3958735"/>
        <a:ext cx="1328804" cy="644355"/>
      </dsp:txXfrm>
    </dsp:sp>
    <dsp:sp modelId="{DEB6C0A6-20AA-4FE7-A73E-1AF6F905661C}">
      <dsp:nvSpPr>
        <dsp:cNvPr id="0" name=""/>
        <dsp:cNvSpPr/>
      </dsp:nvSpPr>
      <dsp:spPr>
        <a:xfrm>
          <a:off x="3377362" y="4267597"/>
          <a:ext cx="547559" cy="26630"/>
        </a:xfrm>
        <a:custGeom>
          <a:avLst/>
          <a:gdLst/>
          <a:ahLst/>
          <a:cxnLst/>
          <a:rect l="0" t="0" r="0" b="0"/>
          <a:pathLst>
            <a:path>
              <a:moveTo>
                <a:pt x="0" y="13315"/>
              </a:moveTo>
              <a:lnTo>
                <a:pt x="547559" y="1331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637453" y="4267224"/>
        <a:ext cx="27377" cy="27377"/>
      </dsp:txXfrm>
    </dsp:sp>
    <dsp:sp modelId="{E88F46C6-4E38-4771-BE46-CE76954D31E9}">
      <dsp:nvSpPr>
        <dsp:cNvPr id="0" name=""/>
        <dsp:cNvSpPr/>
      </dsp:nvSpPr>
      <dsp:spPr>
        <a:xfrm>
          <a:off x="3924922" y="3938688"/>
          <a:ext cx="1368898" cy="6844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FR" sz="900" kern="1200" dirty="0"/>
            <a:t>Ventes.csv</a:t>
          </a:r>
        </a:p>
      </dsp:txBody>
      <dsp:txXfrm>
        <a:off x="3944969" y="3958735"/>
        <a:ext cx="1328804" cy="6443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7A1FDD-8926-420C-8BFE-1B949EEF9F08}">
      <dsp:nvSpPr>
        <dsp:cNvPr id="0" name=""/>
        <dsp:cNvSpPr/>
      </dsp:nvSpPr>
      <dsp:spPr>
        <a:xfrm>
          <a:off x="23596" y="1050726"/>
          <a:ext cx="1825625" cy="9128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Référentiel géographique français</a:t>
          </a:r>
        </a:p>
      </dsp:txBody>
      <dsp:txXfrm>
        <a:off x="50331" y="1077461"/>
        <a:ext cx="1772155" cy="859342"/>
      </dsp:txXfrm>
    </dsp:sp>
    <dsp:sp modelId="{D20039A0-A39D-4594-BCE9-09E8FA4558A9}">
      <dsp:nvSpPr>
        <dsp:cNvPr id="0" name=""/>
        <dsp:cNvSpPr/>
      </dsp:nvSpPr>
      <dsp:spPr>
        <a:xfrm rot="18289469">
          <a:off x="1574970" y="962050"/>
          <a:ext cx="1278752" cy="40429"/>
        </a:xfrm>
        <a:custGeom>
          <a:avLst/>
          <a:gdLst/>
          <a:ahLst/>
          <a:cxnLst/>
          <a:rect l="0" t="0" r="0" b="0"/>
          <a:pathLst>
            <a:path>
              <a:moveTo>
                <a:pt x="0" y="20214"/>
              </a:moveTo>
              <a:lnTo>
                <a:pt x="1278752" y="2021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2182378" y="950296"/>
        <a:ext cx="63937" cy="63937"/>
      </dsp:txXfrm>
    </dsp:sp>
    <dsp:sp modelId="{3BF1330F-672C-4BA8-AFB7-6E183FDDFE17}">
      <dsp:nvSpPr>
        <dsp:cNvPr id="0" name=""/>
        <dsp:cNvSpPr/>
      </dsp:nvSpPr>
      <dsp:spPr>
        <a:xfrm>
          <a:off x="2579471" y="992"/>
          <a:ext cx="1825625" cy="9128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Regroupement des colonnes </a:t>
          </a:r>
          <a:r>
            <a:rPr lang="fr-FR" sz="1200" kern="1200" dirty="0" err="1"/>
            <a:t>code_region</a:t>
          </a:r>
          <a:r>
            <a:rPr lang="fr-FR" sz="1200" kern="1200" dirty="0"/>
            <a:t> et </a:t>
          </a:r>
          <a:r>
            <a:rPr lang="fr-FR" sz="1200" kern="1200" dirty="0" err="1"/>
            <a:t>nom_region</a:t>
          </a:r>
          <a:endParaRPr lang="fr-FR" sz="1200" kern="1200" dirty="0"/>
        </a:p>
      </dsp:txBody>
      <dsp:txXfrm>
        <a:off x="2606206" y="27727"/>
        <a:ext cx="1772155" cy="859342"/>
      </dsp:txXfrm>
    </dsp:sp>
    <dsp:sp modelId="{BD5E796E-48BF-4D11-987B-44DE11C6CAF0}">
      <dsp:nvSpPr>
        <dsp:cNvPr id="0" name=""/>
        <dsp:cNvSpPr/>
      </dsp:nvSpPr>
      <dsp:spPr>
        <a:xfrm>
          <a:off x="4405096" y="437183"/>
          <a:ext cx="730249" cy="40429"/>
        </a:xfrm>
        <a:custGeom>
          <a:avLst/>
          <a:gdLst/>
          <a:ahLst/>
          <a:cxnLst/>
          <a:rect l="0" t="0" r="0" b="0"/>
          <a:pathLst>
            <a:path>
              <a:moveTo>
                <a:pt x="0" y="20214"/>
              </a:moveTo>
              <a:lnTo>
                <a:pt x="730249" y="202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4751965" y="439142"/>
        <a:ext cx="36512" cy="36512"/>
      </dsp:txXfrm>
    </dsp:sp>
    <dsp:sp modelId="{414F2B43-5E4C-425D-905C-C1C1F4B51B73}">
      <dsp:nvSpPr>
        <dsp:cNvPr id="0" name=""/>
        <dsp:cNvSpPr/>
      </dsp:nvSpPr>
      <dsp:spPr>
        <a:xfrm>
          <a:off x="5135346" y="992"/>
          <a:ext cx="1825625" cy="9128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Region.csv</a:t>
          </a:r>
        </a:p>
      </dsp:txBody>
      <dsp:txXfrm>
        <a:off x="5162081" y="27727"/>
        <a:ext cx="1772155" cy="859342"/>
      </dsp:txXfrm>
    </dsp:sp>
    <dsp:sp modelId="{86AB64BD-F8EB-4754-A5BB-B40A4FA74842}">
      <dsp:nvSpPr>
        <dsp:cNvPr id="0" name=""/>
        <dsp:cNvSpPr/>
      </dsp:nvSpPr>
      <dsp:spPr>
        <a:xfrm>
          <a:off x="1849221" y="1486917"/>
          <a:ext cx="730250" cy="40429"/>
        </a:xfrm>
        <a:custGeom>
          <a:avLst/>
          <a:gdLst/>
          <a:ahLst/>
          <a:cxnLst/>
          <a:rect l="0" t="0" r="0" b="0"/>
          <a:pathLst>
            <a:path>
              <a:moveTo>
                <a:pt x="0" y="20214"/>
              </a:moveTo>
              <a:lnTo>
                <a:pt x="730250" y="2021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2196090" y="1488876"/>
        <a:ext cx="36512" cy="36512"/>
      </dsp:txXfrm>
    </dsp:sp>
    <dsp:sp modelId="{5BF0B508-BBCA-42FD-97AC-CF7863D4097C}">
      <dsp:nvSpPr>
        <dsp:cNvPr id="0" name=""/>
        <dsp:cNvSpPr/>
      </dsp:nvSpPr>
      <dsp:spPr>
        <a:xfrm>
          <a:off x="2579471" y="1050726"/>
          <a:ext cx="1825625" cy="9128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Regroupement des colonnes </a:t>
          </a:r>
          <a:r>
            <a:rPr lang="fr-FR" sz="1200" kern="1200" dirty="0" err="1"/>
            <a:t>code_departement</a:t>
          </a:r>
          <a:r>
            <a:rPr lang="fr-FR" sz="1200" kern="1200" dirty="0"/>
            <a:t>, </a:t>
          </a:r>
          <a:r>
            <a:rPr lang="fr-FR" sz="1200" kern="1200" dirty="0" err="1"/>
            <a:t>nom_departement</a:t>
          </a:r>
          <a:r>
            <a:rPr lang="fr-FR" sz="1200" kern="1200" dirty="0"/>
            <a:t> et </a:t>
          </a:r>
          <a:r>
            <a:rPr lang="fr-FR" sz="1200" kern="1200" dirty="0" err="1"/>
            <a:t>code_region</a:t>
          </a:r>
          <a:endParaRPr lang="fr-FR" sz="1200" kern="1200" dirty="0"/>
        </a:p>
      </dsp:txBody>
      <dsp:txXfrm>
        <a:off x="2606206" y="1077461"/>
        <a:ext cx="1772155" cy="859342"/>
      </dsp:txXfrm>
    </dsp:sp>
    <dsp:sp modelId="{CB0EB4FC-63A8-43A5-950B-F4A9706CE7D1}">
      <dsp:nvSpPr>
        <dsp:cNvPr id="0" name=""/>
        <dsp:cNvSpPr/>
      </dsp:nvSpPr>
      <dsp:spPr>
        <a:xfrm>
          <a:off x="4405096" y="1486917"/>
          <a:ext cx="730249" cy="40429"/>
        </a:xfrm>
        <a:custGeom>
          <a:avLst/>
          <a:gdLst/>
          <a:ahLst/>
          <a:cxnLst/>
          <a:rect l="0" t="0" r="0" b="0"/>
          <a:pathLst>
            <a:path>
              <a:moveTo>
                <a:pt x="0" y="20214"/>
              </a:moveTo>
              <a:lnTo>
                <a:pt x="730249" y="20214"/>
              </a:lnTo>
            </a:path>
          </a:pathLst>
        </a:custGeom>
        <a:noFill/>
        <a:ln w="25400" cap="flat" cmpd="sng" algn="ctr">
          <a:solidFill>
            <a:schemeClr val="accent1">
              <a:shade val="80000"/>
              <a:hueOff val="0"/>
              <a:satOff val="0"/>
              <a:lumOff val="0"/>
              <a:alphaOff val="0"/>
            </a:schemeClr>
          </a:solidFill>
          <a:prstDash val="solid"/>
        </a:ln>
        <a:effectLst/>
        <a:scene3d>
          <a:camera prst="orthographicFront">
            <a:rot lat="0" lon="0" rev="0"/>
          </a:camera>
          <a:lightRig rig="threePt" dir="t"/>
        </a:scene3d>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4751965" y="1488876"/>
        <a:ext cx="36512" cy="36512"/>
      </dsp:txXfrm>
    </dsp:sp>
    <dsp:sp modelId="{2671B22E-B029-480F-8DFA-0EC3E950AF70}">
      <dsp:nvSpPr>
        <dsp:cNvPr id="0" name=""/>
        <dsp:cNvSpPr/>
      </dsp:nvSpPr>
      <dsp:spPr>
        <a:xfrm>
          <a:off x="5135346" y="1050726"/>
          <a:ext cx="1825625" cy="9128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Departement.csv</a:t>
          </a:r>
        </a:p>
      </dsp:txBody>
      <dsp:txXfrm>
        <a:off x="5162081" y="1077461"/>
        <a:ext cx="1772155" cy="859342"/>
      </dsp:txXfrm>
    </dsp:sp>
    <dsp:sp modelId="{E66838A4-CA78-47AA-B960-2C9C99E7649E}">
      <dsp:nvSpPr>
        <dsp:cNvPr id="0" name=""/>
        <dsp:cNvSpPr/>
      </dsp:nvSpPr>
      <dsp:spPr>
        <a:xfrm rot="3310531">
          <a:off x="1574970" y="2011785"/>
          <a:ext cx="1278752" cy="40429"/>
        </a:xfrm>
        <a:custGeom>
          <a:avLst/>
          <a:gdLst/>
          <a:ahLst/>
          <a:cxnLst/>
          <a:rect l="0" t="0" r="0" b="0"/>
          <a:pathLst>
            <a:path>
              <a:moveTo>
                <a:pt x="0" y="20214"/>
              </a:moveTo>
              <a:lnTo>
                <a:pt x="1278752" y="2021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2182378" y="2000031"/>
        <a:ext cx="63937" cy="63937"/>
      </dsp:txXfrm>
    </dsp:sp>
    <dsp:sp modelId="{C7AD6EDC-3E13-4706-876F-B46907145481}">
      <dsp:nvSpPr>
        <dsp:cNvPr id="0" name=""/>
        <dsp:cNvSpPr/>
      </dsp:nvSpPr>
      <dsp:spPr>
        <a:xfrm>
          <a:off x="2579471" y="2100460"/>
          <a:ext cx="1825625" cy="9128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Regroupement des colonnes </a:t>
          </a:r>
          <a:r>
            <a:rPr lang="fr-FR" sz="1200" kern="1200" dirty="0" err="1"/>
            <a:t>code_commune</a:t>
          </a:r>
          <a:r>
            <a:rPr lang="fr-FR" sz="1200" kern="1200" dirty="0"/>
            <a:t>, </a:t>
          </a:r>
          <a:r>
            <a:rPr lang="fr-FR" sz="1200" kern="1200" dirty="0" err="1"/>
            <a:t>nom_commune</a:t>
          </a:r>
          <a:r>
            <a:rPr lang="fr-FR" sz="1200" kern="1200" dirty="0"/>
            <a:t> et </a:t>
          </a:r>
          <a:r>
            <a:rPr lang="fr-FR" sz="1200" kern="1200" dirty="0" err="1"/>
            <a:t>code_departement</a:t>
          </a:r>
          <a:endParaRPr lang="fr-FR" sz="1200" kern="1200" dirty="0"/>
        </a:p>
      </dsp:txBody>
      <dsp:txXfrm>
        <a:off x="2606206" y="2127195"/>
        <a:ext cx="1772155" cy="859342"/>
      </dsp:txXfrm>
    </dsp:sp>
    <dsp:sp modelId="{584A44FE-ABD4-4206-A74D-9A374655D145}">
      <dsp:nvSpPr>
        <dsp:cNvPr id="0" name=""/>
        <dsp:cNvSpPr/>
      </dsp:nvSpPr>
      <dsp:spPr>
        <a:xfrm rot="1758035">
          <a:off x="4352045" y="2739588"/>
          <a:ext cx="829342" cy="40429"/>
        </a:xfrm>
        <a:custGeom>
          <a:avLst/>
          <a:gdLst/>
          <a:ahLst/>
          <a:cxnLst/>
          <a:rect l="0" t="0" r="0" b="0"/>
          <a:pathLst>
            <a:path>
              <a:moveTo>
                <a:pt x="0" y="20214"/>
              </a:moveTo>
              <a:lnTo>
                <a:pt x="829342" y="202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4745983" y="2739070"/>
        <a:ext cx="41467" cy="41467"/>
      </dsp:txXfrm>
    </dsp:sp>
    <dsp:sp modelId="{D5F8E8CD-F39C-4261-9D03-D54362EC20B9}">
      <dsp:nvSpPr>
        <dsp:cNvPr id="0" name=""/>
        <dsp:cNvSpPr/>
      </dsp:nvSpPr>
      <dsp:spPr>
        <a:xfrm>
          <a:off x="5128336" y="2506333"/>
          <a:ext cx="1825625" cy="9128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Commune.csv</a:t>
          </a:r>
        </a:p>
      </dsp:txBody>
      <dsp:txXfrm>
        <a:off x="5155071" y="2533068"/>
        <a:ext cx="1772155" cy="859342"/>
      </dsp:txXfrm>
    </dsp:sp>
    <dsp:sp modelId="{1017AEED-AC70-4EEE-B8D8-D9D3FDB9FA10}">
      <dsp:nvSpPr>
        <dsp:cNvPr id="0" name=""/>
        <dsp:cNvSpPr/>
      </dsp:nvSpPr>
      <dsp:spPr>
        <a:xfrm>
          <a:off x="23596" y="3150195"/>
          <a:ext cx="1825625" cy="9128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Recensement de la population</a:t>
          </a:r>
        </a:p>
      </dsp:txBody>
      <dsp:txXfrm>
        <a:off x="50331" y="3176930"/>
        <a:ext cx="1772155" cy="859342"/>
      </dsp:txXfrm>
    </dsp:sp>
    <dsp:sp modelId="{7AAEE2F5-B300-426F-A4D7-C1C414755ABF}">
      <dsp:nvSpPr>
        <dsp:cNvPr id="0" name=""/>
        <dsp:cNvSpPr/>
      </dsp:nvSpPr>
      <dsp:spPr>
        <a:xfrm>
          <a:off x="1849221" y="3586386"/>
          <a:ext cx="730250" cy="40429"/>
        </a:xfrm>
        <a:custGeom>
          <a:avLst/>
          <a:gdLst/>
          <a:ahLst/>
          <a:cxnLst/>
          <a:rect l="0" t="0" r="0" b="0"/>
          <a:pathLst>
            <a:path>
              <a:moveTo>
                <a:pt x="0" y="20214"/>
              </a:moveTo>
              <a:lnTo>
                <a:pt x="730250" y="2021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2196090" y="3588345"/>
        <a:ext cx="36512" cy="36512"/>
      </dsp:txXfrm>
    </dsp:sp>
    <dsp:sp modelId="{8F63EC64-1E3F-4257-ACF4-F8792E56D0B3}">
      <dsp:nvSpPr>
        <dsp:cNvPr id="0" name=""/>
        <dsp:cNvSpPr/>
      </dsp:nvSpPr>
      <dsp:spPr>
        <a:xfrm>
          <a:off x="2579471" y="3150195"/>
          <a:ext cx="1825625" cy="9128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Fusion avec le référentiel géographique pour récupérer les colonnes </a:t>
          </a:r>
          <a:r>
            <a:rPr lang="fr-FR" sz="1200" kern="1200" dirty="0" err="1"/>
            <a:t>population_municipale</a:t>
          </a:r>
          <a:r>
            <a:rPr lang="fr-FR" sz="1200" kern="1200" dirty="0"/>
            <a:t> et </a:t>
          </a:r>
          <a:r>
            <a:rPr lang="fr-FR" sz="1200" kern="1200" dirty="0" err="1"/>
            <a:t>population_total</a:t>
          </a:r>
          <a:endParaRPr lang="fr-FR" sz="1200" kern="1200" dirty="0"/>
        </a:p>
      </dsp:txBody>
      <dsp:txXfrm>
        <a:off x="2606206" y="3176930"/>
        <a:ext cx="1772155" cy="859342"/>
      </dsp:txXfrm>
    </dsp:sp>
    <dsp:sp modelId="{69C65DBE-8112-4211-BE8C-978E4872D8E5}">
      <dsp:nvSpPr>
        <dsp:cNvPr id="0" name=""/>
        <dsp:cNvSpPr/>
      </dsp:nvSpPr>
      <dsp:spPr>
        <a:xfrm rot="20002227">
          <a:off x="4361246" y="3401099"/>
          <a:ext cx="826768" cy="40429"/>
        </a:xfrm>
        <a:custGeom>
          <a:avLst/>
          <a:gdLst/>
          <a:ahLst/>
          <a:cxnLst/>
          <a:rect l="0" t="0" r="0" b="0"/>
          <a:pathLst>
            <a:path>
              <a:moveTo>
                <a:pt x="0" y="20214"/>
              </a:moveTo>
              <a:lnTo>
                <a:pt x="826768" y="202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4753961" y="3400645"/>
        <a:ext cx="41338" cy="41338"/>
      </dsp:txXfrm>
    </dsp:sp>
    <dsp:sp modelId="{8B92B20F-4F34-4D5D-BC8E-E588B81A0DBD}">
      <dsp:nvSpPr>
        <dsp:cNvPr id="0" name=""/>
        <dsp:cNvSpPr/>
      </dsp:nvSpPr>
      <dsp:spPr>
        <a:xfrm>
          <a:off x="5144164" y="2779620"/>
          <a:ext cx="1825625" cy="91281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fr-FR" sz="1200" kern="1200" dirty="0"/>
        </a:p>
      </dsp:txBody>
      <dsp:txXfrm>
        <a:off x="5170899" y="2806355"/>
        <a:ext cx="1772155" cy="8593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CE674D-E3FC-4996-BEE3-21F973AF9A63}">
      <dsp:nvSpPr>
        <dsp:cNvPr id="0" name=""/>
        <dsp:cNvSpPr/>
      </dsp:nvSpPr>
      <dsp:spPr>
        <a:xfrm>
          <a:off x="699896" y="0"/>
          <a:ext cx="2032000" cy="203200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fr-FR" sz="1200" kern="1200" dirty="0"/>
            <a:t>Appartement</a:t>
          </a:r>
        </a:p>
      </dsp:txBody>
      <dsp:txXfrm>
        <a:off x="1182496" y="152400"/>
        <a:ext cx="1066800" cy="345440"/>
      </dsp:txXfrm>
    </dsp:sp>
    <dsp:sp modelId="{9EDF19AC-5C34-4267-8FC7-BEB7697E3323}">
      <dsp:nvSpPr>
        <dsp:cNvPr id="0" name=""/>
        <dsp:cNvSpPr/>
      </dsp:nvSpPr>
      <dsp:spPr>
        <a:xfrm>
          <a:off x="953124" y="507999"/>
          <a:ext cx="1524000" cy="152400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fr-FR" sz="1200" kern="1200" dirty="0"/>
            <a:t>Maison</a:t>
          </a:r>
        </a:p>
      </dsp:txBody>
      <dsp:txXfrm>
        <a:off x="1176309" y="889000"/>
        <a:ext cx="1077630" cy="762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A8B5E1-0C4C-48C2-A2DD-6DA0364F1A65}">
      <dsp:nvSpPr>
        <dsp:cNvPr id="0" name=""/>
        <dsp:cNvSpPr/>
      </dsp:nvSpPr>
      <dsp:spPr>
        <a:xfrm>
          <a:off x="0" y="0"/>
          <a:ext cx="2587527" cy="1617204"/>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A46BFD-DBE6-4044-98FA-5124572B2219}">
      <dsp:nvSpPr>
        <dsp:cNvPr id="0" name=""/>
        <dsp:cNvSpPr/>
      </dsp:nvSpPr>
      <dsp:spPr>
        <a:xfrm>
          <a:off x="754946" y="881376"/>
          <a:ext cx="90563" cy="905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8FEA75-62CE-4976-B58D-675494047266}">
      <dsp:nvSpPr>
        <dsp:cNvPr id="0" name=""/>
        <dsp:cNvSpPr/>
      </dsp:nvSpPr>
      <dsp:spPr>
        <a:xfrm>
          <a:off x="800228" y="926658"/>
          <a:ext cx="840946" cy="690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988" tIns="0" rIns="0" bIns="0" numCol="1" spcCol="1270" anchor="t" anchorCtr="0">
          <a:noAutofit/>
        </a:bodyPr>
        <a:lstStyle/>
        <a:p>
          <a:pPr marL="0" lvl="0" indent="0" algn="l" defTabSz="666750">
            <a:lnSpc>
              <a:spcPct val="90000"/>
            </a:lnSpc>
            <a:spcBef>
              <a:spcPct val="0"/>
            </a:spcBef>
            <a:spcAft>
              <a:spcPct val="35000"/>
            </a:spcAft>
            <a:buNone/>
          </a:pPr>
          <a:r>
            <a:rPr lang="fr-FR" sz="1500" kern="1200" dirty="0"/>
            <a:t>1</a:t>
          </a:r>
          <a:r>
            <a:rPr lang="fr-FR" sz="1500" kern="1200" baseline="30000" dirty="0"/>
            <a:t>er</a:t>
          </a:r>
          <a:r>
            <a:rPr lang="fr-FR" sz="1500" kern="1200" dirty="0"/>
            <a:t> trimestre</a:t>
          </a:r>
        </a:p>
      </dsp:txBody>
      <dsp:txXfrm>
        <a:off x="800228" y="926658"/>
        <a:ext cx="840946" cy="690546"/>
      </dsp:txXfrm>
    </dsp:sp>
    <dsp:sp modelId="{A8A3B90F-006D-4F83-8458-765E4E169DA4}">
      <dsp:nvSpPr>
        <dsp:cNvPr id="0" name=""/>
        <dsp:cNvSpPr/>
      </dsp:nvSpPr>
      <dsp:spPr>
        <a:xfrm>
          <a:off x="1589424" y="468989"/>
          <a:ext cx="155251" cy="15525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5F2087-B3FE-4B78-981B-CB324B4A745E}">
      <dsp:nvSpPr>
        <dsp:cNvPr id="0" name=""/>
        <dsp:cNvSpPr/>
      </dsp:nvSpPr>
      <dsp:spPr>
        <a:xfrm>
          <a:off x="1667049" y="546615"/>
          <a:ext cx="840946" cy="1070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65" tIns="0" rIns="0" bIns="0" numCol="1" spcCol="1270" anchor="t" anchorCtr="0">
          <a:noAutofit/>
        </a:bodyPr>
        <a:lstStyle/>
        <a:p>
          <a:pPr marL="0" lvl="0" indent="0" algn="l" defTabSz="666750">
            <a:lnSpc>
              <a:spcPct val="90000"/>
            </a:lnSpc>
            <a:spcBef>
              <a:spcPct val="0"/>
            </a:spcBef>
            <a:spcAft>
              <a:spcPct val="35000"/>
            </a:spcAft>
            <a:buNone/>
          </a:pPr>
          <a:r>
            <a:rPr lang="fr-FR" sz="1500" kern="1200" dirty="0"/>
            <a:t>2</a:t>
          </a:r>
          <a:r>
            <a:rPr lang="fr-FR" sz="1500" kern="1200" baseline="30000" dirty="0"/>
            <a:t>ème</a:t>
          </a:r>
          <a:r>
            <a:rPr lang="fr-FR" sz="1500" kern="1200" dirty="0"/>
            <a:t> trimestre</a:t>
          </a:r>
        </a:p>
      </dsp:txBody>
      <dsp:txXfrm>
        <a:off x="1667049" y="546615"/>
        <a:ext cx="840946" cy="10705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4E999-369B-4CA5-B557-DD4B98961EFC}">
      <dsp:nvSpPr>
        <dsp:cNvPr id="0" name=""/>
        <dsp:cNvSpPr/>
      </dsp:nvSpPr>
      <dsp:spPr>
        <a:xfrm>
          <a:off x="467792" y="314"/>
          <a:ext cx="1243520" cy="7461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dirty="0"/>
            <a:t>2 pièces</a:t>
          </a:r>
        </a:p>
      </dsp:txBody>
      <dsp:txXfrm>
        <a:off x="467792" y="314"/>
        <a:ext cx="1243520" cy="746112"/>
      </dsp:txXfrm>
    </dsp:sp>
    <dsp:sp modelId="{36716761-C797-4B6D-9834-34E6116F9D9D}">
      <dsp:nvSpPr>
        <dsp:cNvPr id="0" name=""/>
        <dsp:cNvSpPr/>
      </dsp:nvSpPr>
      <dsp:spPr>
        <a:xfrm>
          <a:off x="1835665" y="314"/>
          <a:ext cx="1243520" cy="7461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dirty="0"/>
            <a:t>3 pièces</a:t>
          </a:r>
        </a:p>
      </dsp:txBody>
      <dsp:txXfrm>
        <a:off x="1835665" y="314"/>
        <a:ext cx="1243520" cy="746112"/>
      </dsp:txXfrm>
    </dsp:sp>
    <dsp:sp modelId="{3424C251-9BFA-4241-86C5-4D37479DD561}">
      <dsp:nvSpPr>
        <dsp:cNvPr id="0" name=""/>
        <dsp:cNvSpPr/>
      </dsp:nvSpPr>
      <dsp:spPr>
        <a:xfrm>
          <a:off x="1151728" y="870778"/>
          <a:ext cx="1243520" cy="7461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dirty="0"/>
            <a:t>12 %</a:t>
          </a:r>
        </a:p>
      </dsp:txBody>
      <dsp:txXfrm>
        <a:off x="1151728" y="870778"/>
        <a:ext cx="1243520" cy="746112"/>
      </dsp:txXfrm>
    </dsp:sp>
  </dsp:spTree>
</dsp:drawing>
</file>

<file path=ppt/diagrams/layout1.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6.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9DC99D0D-52E4-5F5A-3764-E681855A41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a:extLst>
              <a:ext uri="{FF2B5EF4-FFF2-40B4-BE49-F238E27FC236}">
                <a16:creationId xmlns:a16="http://schemas.microsoft.com/office/drawing/2014/main" id="{2A3F189F-F4BD-BEB2-A3CA-1D274EB86C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E9B39E-0CB0-4C47-9F9B-205106A7F332}" type="datetimeFigureOut">
              <a:rPr lang="fr-FR" smtClean="0"/>
              <a:t>12/12/2025</a:t>
            </a:fld>
            <a:endParaRPr lang="fr-FR"/>
          </a:p>
        </p:txBody>
      </p:sp>
      <p:sp>
        <p:nvSpPr>
          <p:cNvPr id="4" name="Espace réservé du pied de page 3">
            <a:extLst>
              <a:ext uri="{FF2B5EF4-FFF2-40B4-BE49-F238E27FC236}">
                <a16:creationId xmlns:a16="http://schemas.microsoft.com/office/drawing/2014/main" id="{645A5263-1B55-27E4-97F2-A098F633BB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5" name="Espace réservé du numéro de diapositive 4">
            <a:extLst>
              <a:ext uri="{FF2B5EF4-FFF2-40B4-BE49-F238E27FC236}">
                <a16:creationId xmlns:a16="http://schemas.microsoft.com/office/drawing/2014/main" id="{DE68DDBE-CB54-7CB3-6E71-CB1690E846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832191-9B6C-43AC-A108-F2817099C47D}" type="slidenum">
              <a:rPr lang="fr-FR" smtClean="0"/>
              <a:t>‹N°›</a:t>
            </a:fld>
            <a:endParaRPr lang="fr-FR"/>
          </a:p>
        </p:txBody>
      </p:sp>
    </p:spTree>
    <p:extLst>
      <p:ext uri="{BB962C8B-B14F-4D97-AF65-F5344CB8AC3E}">
        <p14:creationId xmlns:p14="http://schemas.microsoft.com/office/powerpoint/2010/main" val="4469546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5c099360e7_3_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25c099360e7_3_1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g25c099360e7_3_1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5c099360e7_3_2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25c099360e7_3_2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En tant que Data </a:t>
            </a:r>
            <a:r>
              <a:rPr lang="fr-FR" dirty="0" err="1"/>
              <a:t>Analyst</a:t>
            </a:r>
            <a:r>
              <a:rPr lang="fr-FR" dirty="0"/>
              <a:t> à </a:t>
            </a:r>
            <a:r>
              <a:rPr lang="fr-FR" dirty="0" err="1"/>
              <a:t>LaplaceImmo</a:t>
            </a:r>
            <a:r>
              <a:rPr lang="fr-FR" dirty="0"/>
              <a:t> qui est un réseau d’agences immobilière qui </a:t>
            </a:r>
            <a:r>
              <a:rPr lang="fr" dirty="0"/>
              <a:t>veut créer un modèle pour mieux prévoir les prix de vente des biens immobiliers</a:t>
            </a:r>
            <a:r>
              <a:rPr lang="fr-FR" dirty="0"/>
              <a:t>, je vais vous présenter le travaille que j’ai fait sur le projet « </a:t>
            </a:r>
            <a:r>
              <a:rPr lang="fr-FR" dirty="0" err="1"/>
              <a:t>DATAImmo</a:t>
            </a:r>
            <a:r>
              <a:rPr lang="fr-FR" dirty="0"/>
              <a:t> » qui a pour but d’analyser le marché et d’aider les agences régionales à accompagner leurs clients.</a:t>
            </a:r>
            <a:endParaRPr dirty="0"/>
          </a:p>
        </p:txBody>
      </p:sp>
      <p:sp>
        <p:nvSpPr>
          <p:cNvPr id="263" name="Google Shape;263;g25c099360e7_3_2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C04947A3-7BCF-F77C-9FBD-7D3E1B0BA447}"/>
            </a:ext>
          </a:extLst>
        </p:cNvPr>
        <p:cNvGrpSpPr/>
        <p:nvPr/>
      </p:nvGrpSpPr>
      <p:grpSpPr>
        <a:xfrm>
          <a:off x="0" y="0"/>
          <a:ext cx="0" cy="0"/>
          <a:chOff x="0" y="0"/>
          <a:chExt cx="0" cy="0"/>
        </a:xfrm>
      </p:grpSpPr>
      <p:sp>
        <p:nvSpPr>
          <p:cNvPr id="272" name="Google Shape;272;g25c099360e7_3_219:notes">
            <a:extLst>
              <a:ext uri="{FF2B5EF4-FFF2-40B4-BE49-F238E27FC236}">
                <a16:creationId xmlns:a16="http://schemas.microsoft.com/office/drawing/2014/main" id="{5B1885A9-C529-5F6C-81B9-9E7A08AEB4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25c099360e7_3_219:notes">
            <a:extLst>
              <a:ext uri="{FF2B5EF4-FFF2-40B4-BE49-F238E27FC236}">
                <a16:creationId xmlns:a16="http://schemas.microsoft.com/office/drawing/2014/main" id="{EF9CDE67-04ED-3F87-B492-F384A819DA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Le projet </a:t>
            </a:r>
            <a:r>
              <a:rPr lang="fr-FR" dirty="0" err="1"/>
              <a:t>DATAImmo</a:t>
            </a:r>
            <a:r>
              <a:rPr lang="fr-FR" dirty="0"/>
              <a:t> s’appuie sur 3 fichiers</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Le fichier des Demandes de valeurs foncières qui contient le numéro, la date et la nature de la mutation, la valeur foncière des biens vendus, l’adresses des biens vendus, les références cadastrales des biens, les surfaces des lots, les numéros de lots, le nombre de lot, le type de bien (appartement ou maison), la surface réelle des biens, la surface du terrain, le nombre de pièces principales, les cultures disponibles sur le terrain, et le nom de l’acquéreur.</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Le fichier référentiel géographique français contient  </a:t>
            </a:r>
            <a:r>
              <a:rPr lang="fr-FR" sz="1100" b="0" i="0" u="none" strike="noStrike" cap="none" dirty="0">
                <a:solidFill>
                  <a:srgbClr val="000000"/>
                </a:solidFill>
                <a:effectLst/>
                <a:latin typeface="Arial"/>
                <a:ea typeface="Arial"/>
                <a:cs typeface="Arial"/>
                <a:sym typeface="Arial"/>
              </a:rPr>
              <a:t>les différents niveaux d'agrégats géographiques associés aux communes françaises comme les noms et codes des départements et des régions, les anciens code et noms des régions et départements.</a:t>
            </a:r>
          </a:p>
          <a:p>
            <a:pPr marL="0" lvl="0" indent="0" algn="l" rtl="0">
              <a:spcBef>
                <a:spcPts val="0"/>
              </a:spcBef>
              <a:spcAft>
                <a:spcPts val="0"/>
              </a:spcAft>
              <a:buNone/>
            </a:pPr>
            <a:endParaRPr lang="fr-FR"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fr-FR" sz="1100" b="0" i="0" u="none" strike="noStrike" cap="none" dirty="0">
                <a:solidFill>
                  <a:srgbClr val="000000"/>
                </a:solidFill>
                <a:effectLst/>
                <a:latin typeface="Arial"/>
                <a:cs typeface="Arial"/>
                <a:sym typeface="Arial"/>
              </a:rPr>
              <a:t>Le fichier données commune contient les résultats du recensement des populations avec la population municipale, la population totales, la population compté à part qui est contient le nombre de personne qui réside habituellement dans une autre commune mais qui ont conservé leur résidence dans la commune.</a:t>
            </a:r>
            <a:endParaRPr lang="fr-FR" dirty="0"/>
          </a:p>
          <a:p>
            <a:pPr marL="0" lvl="0" indent="0" algn="l" rtl="0">
              <a:spcBef>
                <a:spcPts val="0"/>
              </a:spcBef>
              <a:spcAft>
                <a:spcPts val="0"/>
              </a:spcAft>
              <a:buNone/>
            </a:pPr>
            <a:endParaRPr dirty="0"/>
          </a:p>
        </p:txBody>
      </p:sp>
      <p:sp>
        <p:nvSpPr>
          <p:cNvPr id="274" name="Google Shape;274;g25c099360e7_3_219:notes">
            <a:extLst>
              <a:ext uri="{FF2B5EF4-FFF2-40B4-BE49-F238E27FC236}">
                <a16:creationId xmlns:a16="http://schemas.microsoft.com/office/drawing/2014/main" id="{A3F6424B-506C-2872-9679-862349EB9BD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a:t>
            </a:fld>
            <a:endParaRPr/>
          </a:p>
        </p:txBody>
      </p:sp>
    </p:spTree>
    <p:extLst>
      <p:ext uri="{BB962C8B-B14F-4D97-AF65-F5344CB8AC3E}">
        <p14:creationId xmlns:p14="http://schemas.microsoft.com/office/powerpoint/2010/main" val="3783027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a:extLst>
            <a:ext uri="{FF2B5EF4-FFF2-40B4-BE49-F238E27FC236}">
              <a16:creationId xmlns:a16="http://schemas.microsoft.com/office/drawing/2014/main" id="{5DB49F5C-749D-0581-A61D-EB57F77B4855}"/>
            </a:ext>
          </a:extLst>
        </p:cNvPr>
        <p:cNvGrpSpPr/>
        <p:nvPr/>
      </p:nvGrpSpPr>
      <p:grpSpPr>
        <a:xfrm>
          <a:off x="0" y="0"/>
          <a:ext cx="0" cy="0"/>
          <a:chOff x="0" y="0"/>
          <a:chExt cx="0" cy="0"/>
        </a:xfrm>
      </p:grpSpPr>
      <p:sp>
        <p:nvSpPr>
          <p:cNvPr id="326" name="Google Shape;326;g25c099360e7_3_267:notes">
            <a:extLst>
              <a:ext uri="{FF2B5EF4-FFF2-40B4-BE49-F238E27FC236}">
                <a16:creationId xmlns:a16="http://schemas.microsoft.com/office/drawing/2014/main" id="{AE7FF808-B6A9-D6A7-847C-8B2B52560F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g25c099360e7_3_267:notes">
            <a:extLst>
              <a:ext uri="{FF2B5EF4-FFF2-40B4-BE49-F238E27FC236}">
                <a16:creationId xmlns:a16="http://schemas.microsoft.com/office/drawing/2014/main" id="{79F3FCA3-8CCB-2940-082A-D2ACAD553E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g25c099360e7_3_267:notes">
            <a:extLst>
              <a:ext uri="{FF2B5EF4-FFF2-40B4-BE49-F238E27FC236}">
                <a16:creationId xmlns:a16="http://schemas.microsoft.com/office/drawing/2014/main" id="{43211324-B305-4D4F-71C4-2F61C760508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4</a:t>
            </a:fld>
            <a:endParaRPr/>
          </a:p>
        </p:txBody>
      </p:sp>
    </p:spTree>
    <p:extLst>
      <p:ext uri="{BB962C8B-B14F-4D97-AF65-F5344CB8AC3E}">
        <p14:creationId xmlns:p14="http://schemas.microsoft.com/office/powerpoint/2010/main" val="640587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B81A30D-56E7-6571-24BA-D7B7AAAC73DE}"/>
            </a:ext>
          </a:extLst>
        </p:cNvPr>
        <p:cNvGrpSpPr/>
        <p:nvPr/>
      </p:nvGrpSpPr>
      <p:grpSpPr>
        <a:xfrm>
          <a:off x="0" y="0"/>
          <a:ext cx="0" cy="0"/>
          <a:chOff x="0" y="0"/>
          <a:chExt cx="0" cy="0"/>
        </a:xfrm>
      </p:grpSpPr>
      <p:sp>
        <p:nvSpPr>
          <p:cNvPr id="272" name="Google Shape;272;g25c099360e7_3_219:notes">
            <a:extLst>
              <a:ext uri="{FF2B5EF4-FFF2-40B4-BE49-F238E27FC236}">
                <a16:creationId xmlns:a16="http://schemas.microsoft.com/office/drawing/2014/main" id="{D1A5664F-061F-ACDF-42B3-D20F5AC928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25c099360e7_3_219:notes">
            <a:extLst>
              <a:ext uri="{FF2B5EF4-FFF2-40B4-BE49-F238E27FC236}">
                <a16:creationId xmlns:a16="http://schemas.microsoft.com/office/drawing/2014/main" id="{8097CA98-B4BD-DAD0-5182-4D9089718F7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7800" indent="-177800">
              <a:spcBef>
                <a:spcPts val="0"/>
              </a:spcBef>
            </a:pPr>
            <a:r>
              <a:rPr lang="fr" dirty="0"/>
              <a:t>Demandes de valeurs foncières (DVF) </a:t>
            </a:r>
            <a:r>
              <a:rPr lang="fr" dirty="0">
                <a:sym typeface="Wingdings" panose="05000000000000000000" pitchFamily="2" charset="2"/>
              </a:rPr>
              <a:t> Open Data</a:t>
            </a:r>
          </a:p>
          <a:p>
            <a:pPr marL="635000" lvl="1" indent="-177800">
              <a:spcBef>
                <a:spcPts val="0"/>
              </a:spcBef>
            </a:pPr>
            <a:r>
              <a:rPr lang="fr" dirty="0">
                <a:sym typeface="Wingdings" panose="05000000000000000000" pitchFamily="2" charset="2"/>
              </a:rPr>
              <a:t>On garde la date de mutation, l’adresse du bien, la valeur fonciere, le code département, le type de local, la surface, le nombre de pièce</a:t>
            </a:r>
          </a:p>
          <a:p>
            <a:pPr marL="635000" lvl="1" indent="-177800">
              <a:spcBef>
                <a:spcPts val="0"/>
              </a:spcBef>
            </a:pPr>
            <a:r>
              <a:rPr lang="fr" dirty="0">
                <a:sym typeface="Wingdings" panose="05000000000000000000" pitchFamily="2" charset="2"/>
              </a:rPr>
              <a:t>Un code postal nan remplacé par vide</a:t>
            </a:r>
          </a:p>
          <a:p>
            <a:pPr marL="635000" lvl="1" indent="-177800">
              <a:spcBef>
                <a:spcPts val="0"/>
              </a:spcBef>
            </a:pPr>
            <a:r>
              <a:rPr lang="fr" dirty="0">
                <a:sym typeface="Wingdings" panose="05000000000000000000" pitchFamily="2" charset="2"/>
              </a:rPr>
              <a:t>Code commune et le concaténation du code département et du code commune</a:t>
            </a:r>
          </a:p>
          <a:p>
            <a:pPr marL="635000" lvl="1" indent="-177800">
              <a:spcBef>
                <a:spcPts val="0"/>
              </a:spcBef>
            </a:pPr>
            <a:r>
              <a:rPr lang="fr" dirty="0"/>
              <a:t>Recherche de biens identiques</a:t>
            </a:r>
          </a:p>
          <a:p>
            <a:pPr marL="1092200" lvl="2" indent="-177800">
              <a:spcBef>
                <a:spcPts val="0"/>
              </a:spcBef>
            </a:pPr>
            <a:r>
              <a:rPr lang="fr-FR" dirty="0"/>
              <a:t>Regroupement</a:t>
            </a:r>
            <a:r>
              <a:rPr lang="fr" dirty="0"/>
              <a:t> des maisons par adresse,  numéro de plan, section et préfixe de section </a:t>
            </a:r>
            <a:r>
              <a:rPr lang="fr" dirty="0">
                <a:sym typeface="Wingdings" panose="05000000000000000000" pitchFamily="2" charset="2"/>
              </a:rPr>
              <a:t> id_mutation = 1</a:t>
            </a:r>
            <a:endParaRPr lang="fr" dirty="0"/>
          </a:p>
          <a:p>
            <a:pPr marL="1092200" lvl="2" indent="-177800">
              <a:spcBef>
                <a:spcPts val="0"/>
              </a:spcBef>
            </a:pPr>
            <a:r>
              <a:rPr lang="fr-FR" dirty="0"/>
              <a:t>Regroupement</a:t>
            </a:r>
            <a:r>
              <a:rPr lang="fr" dirty="0"/>
              <a:t> des appartements par adresse,  numéro de plan, section, préfixe de section et id_lot </a:t>
            </a:r>
            <a:r>
              <a:rPr lang="fr" dirty="0">
                <a:sym typeface="Wingdings" panose="05000000000000000000" pitchFamily="2" charset="2"/>
              </a:rPr>
              <a:t> pas de bien en double</a:t>
            </a:r>
            <a:endParaRPr lang="fr" dirty="0"/>
          </a:p>
          <a:p>
            <a:pPr marL="457200" lvl="1" indent="0">
              <a:spcBef>
                <a:spcPts val="0"/>
              </a:spcBef>
              <a:buSzPts val="1800"/>
              <a:buNone/>
            </a:pPr>
            <a:r>
              <a:rPr lang="fr" dirty="0">
                <a:sym typeface="Wingdings" panose="05000000000000000000" pitchFamily="2" charset="2"/>
              </a:rPr>
              <a:t> Pas de bien en double dans le fichier</a:t>
            </a:r>
            <a:endParaRPr lang="fr" dirty="0"/>
          </a:p>
          <a:p>
            <a:pPr marL="635000" lvl="1" indent="-177800">
              <a:spcBef>
                <a:spcPts val="0"/>
              </a:spcBef>
            </a:pPr>
            <a:r>
              <a:rPr lang="fr" dirty="0"/>
              <a:t>Ajout d’une colonne d’identifiant du bien et d’une colonne identifiant de la vente</a:t>
            </a:r>
          </a:p>
          <a:p>
            <a:pPr marL="0" lvl="0" indent="0" algn="l" rtl="0">
              <a:spcBef>
                <a:spcPts val="0"/>
              </a:spcBef>
              <a:spcAft>
                <a:spcPts val="0"/>
              </a:spcAft>
              <a:buNone/>
            </a:pPr>
            <a:endParaRPr dirty="0"/>
          </a:p>
        </p:txBody>
      </p:sp>
      <p:sp>
        <p:nvSpPr>
          <p:cNvPr id="274" name="Google Shape;274;g25c099360e7_3_219:notes">
            <a:extLst>
              <a:ext uri="{FF2B5EF4-FFF2-40B4-BE49-F238E27FC236}">
                <a16:creationId xmlns:a16="http://schemas.microsoft.com/office/drawing/2014/main" id="{369EC372-53E9-048D-40F2-F8ACB756C0C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5</a:t>
            </a:fld>
            <a:endParaRPr/>
          </a:p>
        </p:txBody>
      </p:sp>
    </p:spTree>
    <p:extLst>
      <p:ext uri="{BB962C8B-B14F-4D97-AF65-F5344CB8AC3E}">
        <p14:creationId xmlns:p14="http://schemas.microsoft.com/office/powerpoint/2010/main" val="3041292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CBA54B24-7245-6C35-94F0-7393725BB6F5}"/>
            </a:ext>
          </a:extLst>
        </p:cNvPr>
        <p:cNvGrpSpPr/>
        <p:nvPr/>
      </p:nvGrpSpPr>
      <p:grpSpPr>
        <a:xfrm>
          <a:off x="0" y="0"/>
          <a:ext cx="0" cy="0"/>
          <a:chOff x="0" y="0"/>
          <a:chExt cx="0" cy="0"/>
        </a:xfrm>
      </p:grpSpPr>
      <p:sp>
        <p:nvSpPr>
          <p:cNvPr id="272" name="Google Shape;272;g25c099360e7_3_219:notes">
            <a:extLst>
              <a:ext uri="{FF2B5EF4-FFF2-40B4-BE49-F238E27FC236}">
                <a16:creationId xmlns:a16="http://schemas.microsoft.com/office/drawing/2014/main" id="{771C37D2-7FC8-BFA2-19C3-6EE30C7AD2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25c099360e7_3_219:notes">
            <a:extLst>
              <a:ext uri="{FF2B5EF4-FFF2-40B4-BE49-F238E27FC236}">
                <a16:creationId xmlns:a16="http://schemas.microsoft.com/office/drawing/2014/main" id="{EEB7B614-E434-B744-1F55-54B07C4799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Le projet </a:t>
            </a:r>
            <a:r>
              <a:rPr lang="fr-FR" dirty="0" err="1"/>
              <a:t>DATAImmo</a:t>
            </a:r>
            <a:r>
              <a:rPr lang="fr-FR" dirty="0"/>
              <a:t> s’appuie sur 3 fichiers</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Le fichier des Demandes de valeurs foncières qui contient le numéro, la date et la nature de la mutation, la valeur foncière des biens vendus, l’adresses des biens vendus, les références cadastrale des biens, les surfaces des lots, les numéros de lots, le nombre de lot, le type de bien (appartement ou maison), la surface réelle des biens, la surface du terrain, le nombre de pièces principales, les cultures disponibles sur le terrain, et le nom de l’acquéreur.</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Le fichier référentiel géographique français contient  </a:t>
            </a:r>
            <a:r>
              <a:rPr lang="fr-FR" sz="1100" b="0" i="0" u="none" strike="noStrike" cap="none" dirty="0">
                <a:solidFill>
                  <a:srgbClr val="000000"/>
                </a:solidFill>
                <a:effectLst/>
                <a:latin typeface="Arial"/>
                <a:ea typeface="Arial"/>
                <a:cs typeface="Arial"/>
                <a:sym typeface="Arial"/>
              </a:rPr>
              <a:t>les différents niveaux d'agrégats géographiques associés aux communes françaises comme les noms et codes des départements et des régions, les anciens code et noms des régions et départements.</a:t>
            </a:r>
          </a:p>
          <a:p>
            <a:pPr marL="0" lvl="0" indent="0" algn="l" rtl="0">
              <a:spcBef>
                <a:spcPts val="0"/>
              </a:spcBef>
              <a:spcAft>
                <a:spcPts val="0"/>
              </a:spcAft>
              <a:buNone/>
            </a:pPr>
            <a:endParaRPr lang="fr-FR"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fr-FR" sz="1100" b="0" i="0" u="none" strike="noStrike" cap="none" dirty="0">
                <a:solidFill>
                  <a:srgbClr val="000000"/>
                </a:solidFill>
                <a:effectLst/>
                <a:latin typeface="Arial"/>
                <a:cs typeface="Arial"/>
                <a:sym typeface="Arial"/>
              </a:rPr>
              <a:t>Le fichier données commune contient les résultats du recensement des populations avec la population municipale, la population totales, la population compté à part qui est contient le nombre de personne qui réside habituellement dans une autre commune mais qui ont conservé leur résidence dans la commune.</a:t>
            </a:r>
            <a:endParaRPr lang="fr-FR" dirty="0"/>
          </a:p>
          <a:p>
            <a:pPr marL="0" lvl="0" indent="0" algn="l" rtl="0">
              <a:spcBef>
                <a:spcPts val="0"/>
              </a:spcBef>
              <a:spcAft>
                <a:spcPts val="0"/>
              </a:spcAft>
              <a:buNone/>
            </a:pPr>
            <a:endParaRPr dirty="0"/>
          </a:p>
        </p:txBody>
      </p:sp>
      <p:sp>
        <p:nvSpPr>
          <p:cNvPr id="274" name="Google Shape;274;g25c099360e7_3_219:notes">
            <a:extLst>
              <a:ext uri="{FF2B5EF4-FFF2-40B4-BE49-F238E27FC236}">
                <a16:creationId xmlns:a16="http://schemas.microsoft.com/office/drawing/2014/main" id="{8C4BFA28-DDA2-F540-7ED4-D09DE077F86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6</a:t>
            </a:fld>
            <a:endParaRPr/>
          </a:p>
        </p:txBody>
      </p:sp>
    </p:spTree>
    <p:extLst>
      <p:ext uri="{BB962C8B-B14F-4D97-AF65-F5344CB8AC3E}">
        <p14:creationId xmlns:p14="http://schemas.microsoft.com/office/powerpoint/2010/main" val="4201396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5AD1BD56-E2C7-EDD8-4CCE-6D934F8C2D44}"/>
            </a:ext>
          </a:extLst>
        </p:cNvPr>
        <p:cNvGrpSpPr/>
        <p:nvPr/>
      </p:nvGrpSpPr>
      <p:grpSpPr>
        <a:xfrm>
          <a:off x="0" y="0"/>
          <a:ext cx="0" cy="0"/>
          <a:chOff x="0" y="0"/>
          <a:chExt cx="0" cy="0"/>
        </a:xfrm>
      </p:grpSpPr>
      <p:sp>
        <p:nvSpPr>
          <p:cNvPr id="272" name="Google Shape;272;g25c099360e7_3_219:notes">
            <a:extLst>
              <a:ext uri="{FF2B5EF4-FFF2-40B4-BE49-F238E27FC236}">
                <a16:creationId xmlns:a16="http://schemas.microsoft.com/office/drawing/2014/main" id="{FB3FC329-F0D3-6D46-B409-770FD4317C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25c099360e7_3_219:notes">
            <a:extLst>
              <a:ext uri="{FF2B5EF4-FFF2-40B4-BE49-F238E27FC236}">
                <a16:creationId xmlns:a16="http://schemas.microsoft.com/office/drawing/2014/main" id="{C12F946A-6D07-B731-F6B7-2083B1F6015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4" name="Google Shape;274;g25c099360e7_3_219:notes">
            <a:extLst>
              <a:ext uri="{FF2B5EF4-FFF2-40B4-BE49-F238E27FC236}">
                <a16:creationId xmlns:a16="http://schemas.microsoft.com/office/drawing/2014/main" id="{F425B49E-8DD5-9787-0C39-C26125585F1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7</a:t>
            </a:fld>
            <a:endParaRPr/>
          </a:p>
        </p:txBody>
      </p:sp>
    </p:spTree>
    <p:extLst>
      <p:ext uri="{BB962C8B-B14F-4D97-AF65-F5344CB8AC3E}">
        <p14:creationId xmlns:p14="http://schemas.microsoft.com/office/powerpoint/2010/main" val="1547342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9C8ADC74-1082-5A0A-C1AB-3547E97862D0}"/>
            </a:ext>
          </a:extLst>
        </p:cNvPr>
        <p:cNvGrpSpPr/>
        <p:nvPr/>
      </p:nvGrpSpPr>
      <p:grpSpPr>
        <a:xfrm>
          <a:off x="0" y="0"/>
          <a:ext cx="0" cy="0"/>
          <a:chOff x="0" y="0"/>
          <a:chExt cx="0" cy="0"/>
        </a:xfrm>
      </p:grpSpPr>
      <p:sp>
        <p:nvSpPr>
          <p:cNvPr id="272" name="Google Shape;272;g25c099360e7_3_219:notes">
            <a:extLst>
              <a:ext uri="{FF2B5EF4-FFF2-40B4-BE49-F238E27FC236}">
                <a16:creationId xmlns:a16="http://schemas.microsoft.com/office/drawing/2014/main" id="{AC89591A-C8E4-2A4F-3662-D2B5B804CA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25c099360e7_3_219:notes">
            <a:extLst>
              <a:ext uri="{FF2B5EF4-FFF2-40B4-BE49-F238E27FC236}">
                <a16:creationId xmlns:a16="http://schemas.microsoft.com/office/drawing/2014/main" id="{6AC57E7D-2FE7-0035-97AC-312C675F34A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635000" lvl="1" indent="-177800">
              <a:spcBef>
                <a:spcPts val="0"/>
              </a:spcBef>
            </a:pPr>
            <a:r>
              <a:rPr lang="fr" dirty="0"/>
              <a:t>Groupe de la voie et du code de la voie et ajout de l’id du bien car un code voie correspond à plusieurs voie et ajout d’un identifiant à la voie</a:t>
            </a:r>
          </a:p>
          <a:p>
            <a:pPr marL="635000" lvl="1" indent="-177800">
              <a:spcBef>
                <a:spcPts val="0"/>
              </a:spcBef>
            </a:pPr>
            <a:r>
              <a:rPr lang="fr" dirty="0"/>
              <a:t>Groupement du code type local et du type local</a:t>
            </a:r>
          </a:p>
          <a:p>
            <a:pPr marL="635000" lvl="1" indent="-177800">
              <a:spcBef>
                <a:spcPts val="0"/>
              </a:spcBef>
            </a:pPr>
            <a:r>
              <a:rPr lang="fr" dirty="0"/>
              <a:t>Groupement du code_type_voie et du type_voie</a:t>
            </a:r>
          </a:p>
          <a:p>
            <a:pPr marL="635000" lvl="1" indent="-177800">
              <a:spcBef>
                <a:spcPts val="0"/>
              </a:spcBef>
            </a:pPr>
            <a:r>
              <a:rPr lang="fr" dirty="0"/>
              <a:t>Suppression de la date mutation et de la date foncière</a:t>
            </a:r>
          </a:p>
          <a:p>
            <a:pPr marL="635000" lvl="1" indent="-177800">
              <a:spcBef>
                <a:spcPts val="0"/>
              </a:spcBef>
            </a:pPr>
            <a:r>
              <a:rPr lang="fr" dirty="0"/>
              <a:t>Fusion avec la voie pour récupérer l’identifiant de la voie et suppression du code de la voie et de la voie</a:t>
            </a:r>
          </a:p>
          <a:p>
            <a:pPr marL="635000" lvl="1" indent="-177800">
              <a:spcBef>
                <a:spcPts val="0"/>
              </a:spcBef>
            </a:pPr>
            <a:r>
              <a:rPr lang="fr" dirty="0"/>
              <a:t>On garde les colonnes id_bien, date_mutation et valeur foncière</a:t>
            </a:r>
          </a:p>
          <a:p>
            <a:pPr marL="635000" lvl="1" indent="-177800">
              <a:spcBef>
                <a:spcPts val="0"/>
              </a:spcBef>
            </a:pPr>
            <a:r>
              <a:rPr lang="fr" dirty="0"/>
              <a:t>Dans la voie suppression de la colonne id_bien et suppression des colonnes en double</a:t>
            </a:r>
          </a:p>
          <a:p>
            <a:pPr marL="0" lvl="0" indent="0" algn="l" rtl="0">
              <a:spcBef>
                <a:spcPts val="0"/>
              </a:spcBef>
              <a:spcAft>
                <a:spcPts val="0"/>
              </a:spcAft>
              <a:buNone/>
            </a:pPr>
            <a:endParaRPr dirty="0"/>
          </a:p>
        </p:txBody>
      </p:sp>
      <p:sp>
        <p:nvSpPr>
          <p:cNvPr id="274" name="Google Shape;274;g25c099360e7_3_219:notes">
            <a:extLst>
              <a:ext uri="{FF2B5EF4-FFF2-40B4-BE49-F238E27FC236}">
                <a16:creationId xmlns:a16="http://schemas.microsoft.com/office/drawing/2014/main" id="{33CAAD99-2C40-BF67-3F19-4DA7B3ABC7F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8</a:t>
            </a:fld>
            <a:endParaRPr/>
          </a:p>
        </p:txBody>
      </p:sp>
    </p:spTree>
    <p:extLst>
      <p:ext uri="{BB962C8B-B14F-4D97-AF65-F5344CB8AC3E}">
        <p14:creationId xmlns:p14="http://schemas.microsoft.com/office/powerpoint/2010/main" val="3086719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63333BE-215B-088F-E4AB-284415B81740}"/>
            </a:ext>
          </a:extLst>
        </p:cNvPr>
        <p:cNvGrpSpPr/>
        <p:nvPr/>
      </p:nvGrpSpPr>
      <p:grpSpPr>
        <a:xfrm>
          <a:off x="0" y="0"/>
          <a:ext cx="0" cy="0"/>
          <a:chOff x="0" y="0"/>
          <a:chExt cx="0" cy="0"/>
        </a:xfrm>
      </p:grpSpPr>
      <p:sp>
        <p:nvSpPr>
          <p:cNvPr id="272" name="Google Shape;272;g25c099360e7_3_219:notes">
            <a:extLst>
              <a:ext uri="{FF2B5EF4-FFF2-40B4-BE49-F238E27FC236}">
                <a16:creationId xmlns:a16="http://schemas.microsoft.com/office/drawing/2014/main" id="{79521C69-8A02-71AD-C4DC-ACFE674DC8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25c099360e7_3_219:notes">
            <a:extLst>
              <a:ext uri="{FF2B5EF4-FFF2-40B4-BE49-F238E27FC236}">
                <a16:creationId xmlns:a16="http://schemas.microsoft.com/office/drawing/2014/main" id="{7737621D-95F8-EF31-FF18-D0114AD9968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7800" indent="-177800">
              <a:spcBef>
                <a:spcPts val="0"/>
              </a:spcBef>
            </a:pPr>
            <a:r>
              <a:rPr lang="fr" dirty="0">
                <a:sym typeface="Wingdings" panose="05000000000000000000" pitchFamily="2" charset="2"/>
              </a:rPr>
              <a:t>Référentiel géographique français</a:t>
            </a:r>
          </a:p>
          <a:p>
            <a:pPr marL="635000" lvl="1" indent="-177800">
              <a:spcBef>
                <a:spcPts val="0"/>
              </a:spcBef>
            </a:pPr>
            <a:r>
              <a:rPr lang="fr-FR" dirty="0">
                <a:sym typeface="Wingdings" panose="05000000000000000000" pitchFamily="2" charset="2"/>
              </a:rPr>
              <a:t>Regroupement</a:t>
            </a:r>
            <a:r>
              <a:rPr lang="fr" dirty="0">
                <a:sym typeface="Wingdings" panose="05000000000000000000" pitchFamily="2" charset="2"/>
              </a:rPr>
              <a:t> par code région et nom région</a:t>
            </a:r>
          </a:p>
          <a:p>
            <a:pPr marL="635000" lvl="1" indent="-177800">
              <a:spcBef>
                <a:spcPts val="0"/>
              </a:spcBef>
            </a:pPr>
            <a:r>
              <a:rPr lang="fr-FR" dirty="0">
                <a:sym typeface="Wingdings" panose="05000000000000000000" pitchFamily="2" charset="2"/>
              </a:rPr>
              <a:t>Regroupement</a:t>
            </a:r>
            <a:r>
              <a:rPr lang="fr" dirty="0">
                <a:sym typeface="Wingdings" panose="05000000000000000000" pitchFamily="2" charset="2"/>
              </a:rPr>
              <a:t> par code département, nom département et code région</a:t>
            </a:r>
          </a:p>
          <a:p>
            <a:pPr marL="635000" lvl="1" indent="-177800">
              <a:spcBef>
                <a:spcPts val="0"/>
              </a:spcBef>
            </a:pPr>
            <a:r>
              <a:rPr lang="fr-FR" dirty="0">
                <a:sym typeface="Wingdings" panose="05000000000000000000" pitchFamily="2" charset="2"/>
              </a:rPr>
              <a:t>Regroupement</a:t>
            </a:r>
            <a:r>
              <a:rPr lang="fr" dirty="0">
                <a:sym typeface="Wingdings" panose="05000000000000000000" pitchFamily="2" charset="2"/>
              </a:rPr>
              <a:t> par code commune, nom commune et code département et fusion avec le fichier de population pour récupérer les populations municipales et totales</a:t>
            </a:r>
            <a:endParaRPr lang="fr" dirty="0"/>
          </a:p>
          <a:p>
            <a:pPr marL="457200" lvl="1" indent="0">
              <a:spcBef>
                <a:spcPts val="0"/>
              </a:spcBef>
              <a:buSzPts val="1800"/>
              <a:buNone/>
            </a:pPr>
            <a:endParaRPr lang="fr" dirty="0"/>
          </a:p>
          <a:p>
            <a:pPr marL="177800" indent="-177800">
              <a:spcBef>
                <a:spcPts val="0"/>
              </a:spcBef>
            </a:pPr>
            <a:r>
              <a:rPr lang="fr" dirty="0"/>
              <a:t>Résultats des recensements de population</a:t>
            </a:r>
            <a:endParaRPr lang="fr" dirty="0">
              <a:sym typeface="Wingdings" panose="05000000000000000000" pitchFamily="2" charset="2"/>
            </a:endParaRPr>
          </a:p>
          <a:p>
            <a:pPr marL="635000" lvl="1" indent="-177800">
              <a:spcBef>
                <a:spcPts val="0"/>
              </a:spcBef>
            </a:pPr>
            <a:r>
              <a:rPr lang="fr" dirty="0">
                <a:sym typeface="Wingdings" panose="05000000000000000000" pitchFamily="2" charset="2"/>
              </a:rPr>
              <a:t>On garde les colonnes concernant les populations et on concatène le code département et le code commune pour avoir le code commune</a:t>
            </a:r>
          </a:p>
          <a:p>
            <a:pPr marL="0" lvl="0" indent="0" algn="l" rtl="0">
              <a:spcBef>
                <a:spcPts val="0"/>
              </a:spcBef>
              <a:spcAft>
                <a:spcPts val="0"/>
              </a:spcAft>
              <a:buNone/>
            </a:pPr>
            <a:endParaRPr dirty="0"/>
          </a:p>
        </p:txBody>
      </p:sp>
      <p:sp>
        <p:nvSpPr>
          <p:cNvPr id="274" name="Google Shape;274;g25c099360e7_3_219:notes">
            <a:extLst>
              <a:ext uri="{FF2B5EF4-FFF2-40B4-BE49-F238E27FC236}">
                <a16:creationId xmlns:a16="http://schemas.microsoft.com/office/drawing/2014/main" id="{75382091-399F-442B-FCD1-620CF625A3E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9</a:t>
            </a:fld>
            <a:endParaRPr/>
          </a:p>
        </p:txBody>
      </p:sp>
    </p:spTree>
    <p:extLst>
      <p:ext uri="{BB962C8B-B14F-4D97-AF65-F5344CB8AC3E}">
        <p14:creationId xmlns:p14="http://schemas.microsoft.com/office/powerpoint/2010/main" val="2321677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5c099360e7_3_2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25c099360e7_3_2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g25c099360e7_3_2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a:extLst>
            <a:ext uri="{FF2B5EF4-FFF2-40B4-BE49-F238E27FC236}">
              <a16:creationId xmlns:a16="http://schemas.microsoft.com/office/drawing/2014/main" id="{EB6D2771-F386-3D3F-E666-779CA58132C7}"/>
            </a:ext>
          </a:extLst>
        </p:cNvPr>
        <p:cNvGrpSpPr/>
        <p:nvPr/>
      </p:nvGrpSpPr>
      <p:grpSpPr>
        <a:xfrm>
          <a:off x="0" y="0"/>
          <a:ext cx="0" cy="0"/>
          <a:chOff x="0" y="0"/>
          <a:chExt cx="0" cy="0"/>
        </a:xfrm>
      </p:grpSpPr>
      <p:sp>
        <p:nvSpPr>
          <p:cNvPr id="290" name="Google Shape;290;g25c099360e7_3_235:notes">
            <a:extLst>
              <a:ext uri="{FF2B5EF4-FFF2-40B4-BE49-F238E27FC236}">
                <a16:creationId xmlns:a16="http://schemas.microsoft.com/office/drawing/2014/main" id="{A08EA3EC-2506-32DF-85DF-0B9D682B98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25c099360e7_3_235:notes">
            <a:extLst>
              <a:ext uri="{FF2B5EF4-FFF2-40B4-BE49-F238E27FC236}">
                <a16:creationId xmlns:a16="http://schemas.microsoft.com/office/drawing/2014/main" id="{40242814-6384-F58E-B4EC-476CDE9C4D0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g25c099360e7_3_235:notes">
            <a:extLst>
              <a:ext uri="{FF2B5EF4-FFF2-40B4-BE49-F238E27FC236}">
                <a16:creationId xmlns:a16="http://schemas.microsoft.com/office/drawing/2014/main" id="{C3CFBECF-2140-57D4-E3D9-62AF777A60F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11</a:t>
            </a:fld>
            <a:endParaRPr/>
          </a:p>
        </p:txBody>
      </p:sp>
    </p:spTree>
    <p:extLst>
      <p:ext uri="{BB962C8B-B14F-4D97-AF65-F5344CB8AC3E}">
        <p14:creationId xmlns:p14="http://schemas.microsoft.com/office/powerpoint/2010/main" val="3756100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5c099360e7_3_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g25c099360e7_3_2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g25c099360e7_3_2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a:extLst>
            <a:ext uri="{FF2B5EF4-FFF2-40B4-BE49-F238E27FC236}">
              <a16:creationId xmlns:a16="http://schemas.microsoft.com/office/drawing/2014/main" id="{2D68BAAA-2F06-4EB8-DC78-9B4F8B16B178}"/>
            </a:ext>
          </a:extLst>
        </p:cNvPr>
        <p:cNvGrpSpPr/>
        <p:nvPr/>
      </p:nvGrpSpPr>
      <p:grpSpPr>
        <a:xfrm>
          <a:off x="0" y="0"/>
          <a:ext cx="0" cy="0"/>
          <a:chOff x="0" y="0"/>
          <a:chExt cx="0" cy="0"/>
        </a:xfrm>
      </p:grpSpPr>
      <p:sp>
        <p:nvSpPr>
          <p:cNvPr id="326" name="Google Shape;326;g25c099360e7_3_267:notes">
            <a:extLst>
              <a:ext uri="{FF2B5EF4-FFF2-40B4-BE49-F238E27FC236}">
                <a16:creationId xmlns:a16="http://schemas.microsoft.com/office/drawing/2014/main" id="{9421A446-11E6-B63C-8F65-6AEBE78E4B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g25c099360e7_3_267:notes">
            <a:extLst>
              <a:ext uri="{FF2B5EF4-FFF2-40B4-BE49-F238E27FC236}">
                <a16:creationId xmlns:a16="http://schemas.microsoft.com/office/drawing/2014/main" id="{7F081105-389D-7A58-3085-BCE657A8289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g25c099360e7_3_267:notes">
            <a:extLst>
              <a:ext uri="{FF2B5EF4-FFF2-40B4-BE49-F238E27FC236}">
                <a16:creationId xmlns:a16="http://schemas.microsoft.com/office/drawing/2014/main" id="{A7A96733-2120-48DC-66BD-C3C4082A333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13</a:t>
            </a:fld>
            <a:endParaRPr/>
          </a:p>
        </p:txBody>
      </p:sp>
    </p:spTree>
    <p:extLst>
      <p:ext uri="{BB962C8B-B14F-4D97-AF65-F5344CB8AC3E}">
        <p14:creationId xmlns:p14="http://schemas.microsoft.com/office/powerpoint/2010/main" val="2931694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5c099360e7_3_2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g25c099360e7_3_2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25c099360e7_3_2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5c099360e7_3_2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B55238CD-5A89-EE0A-863D-15EE29BE5C53}"/>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668E500C-022F-5DB7-8F86-9E08101A33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5530D436-5D7C-D8D3-E64B-03DE56CE87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a:extLst>
              <a:ext uri="{FF2B5EF4-FFF2-40B4-BE49-F238E27FC236}">
                <a16:creationId xmlns:a16="http://schemas.microsoft.com/office/drawing/2014/main" id="{3EDEA4B5-91C7-B067-075A-D335C187692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16</a:t>
            </a:fld>
            <a:endParaRPr/>
          </a:p>
        </p:txBody>
      </p:sp>
    </p:spTree>
    <p:extLst>
      <p:ext uri="{BB962C8B-B14F-4D97-AF65-F5344CB8AC3E}">
        <p14:creationId xmlns:p14="http://schemas.microsoft.com/office/powerpoint/2010/main" val="33772696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56341934-7CF3-8039-C170-C5680B6CE97A}"/>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351B6F56-472A-3DF8-8D9E-52D35F94D7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75F0A2A5-510A-4EA9-F053-8E6DF1B161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a:extLst>
              <a:ext uri="{FF2B5EF4-FFF2-40B4-BE49-F238E27FC236}">
                <a16:creationId xmlns:a16="http://schemas.microsoft.com/office/drawing/2014/main" id="{394574BB-911D-0EA2-8024-904B2515AB5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17</a:t>
            </a:fld>
            <a:endParaRPr/>
          </a:p>
        </p:txBody>
      </p:sp>
    </p:spTree>
    <p:extLst>
      <p:ext uri="{BB962C8B-B14F-4D97-AF65-F5344CB8AC3E}">
        <p14:creationId xmlns:p14="http://schemas.microsoft.com/office/powerpoint/2010/main" val="28086808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A5B420BD-7925-6010-B79E-0E8EE5997B41}"/>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C2A301ED-ED85-2841-892F-07CC944757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63E37B85-A151-0BBC-19FF-D7C76D7130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19" name="Google Shape;319;g25c099360e7_3_259:notes">
            <a:extLst>
              <a:ext uri="{FF2B5EF4-FFF2-40B4-BE49-F238E27FC236}">
                <a16:creationId xmlns:a16="http://schemas.microsoft.com/office/drawing/2014/main" id="{673BA3D4-9AFA-3BE4-60DB-1FD8A1F1F61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18</a:t>
            </a:fld>
            <a:endParaRPr/>
          </a:p>
        </p:txBody>
      </p:sp>
    </p:spTree>
    <p:extLst>
      <p:ext uri="{BB962C8B-B14F-4D97-AF65-F5344CB8AC3E}">
        <p14:creationId xmlns:p14="http://schemas.microsoft.com/office/powerpoint/2010/main" val="455827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C8BC4394-B268-AE20-758D-12DB65E0C8B0}"/>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BE7075D8-3C09-5251-F9A4-281F21D5DF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AAD0105B-368D-1A4E-B05C-01AD0AD87F1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a:extLst>
              <a:ext uri="{FF2B5EF4-FFF2-40B4-BE49-F238E27FC236}">
                <a16:creationId xmlns:a16="http://schemas.microsoft.com/office/drawing/2014/main" id="{78574FB5-FDC5-E08B-9C6F-63264340C80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19</a:t>
            </a:fld>
            <a:endParaRPr/>
          </a:p>
        </p:txBody>
      </p:sp>
    </p:spTree>
    <p:extLst>
      <p:ext uri="{BB962C8B-B14F-4D97-AF65-F5344CB8AC3E}">
        <p14:creationId xmlns:p14="http://schemas.microsoft.com/office/powerpoint/2010/main" val="32252198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76DED067-6B2F-0A26-C7FF-6B6F2EB867D3}"/>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1948510C-5E0D-1E0E-253F-2C87224107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BF0F12BE-BA31-26FB-2471-ED2906CFE8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a:extLst>
              <a:ext uri="{FF2B5EF4-FFF2-40B4-BE49-F238E27FC236}">
                <a16:creationId xmlns:a16="http://schemas.microsoft.com/office/drawing/2014/main" id="{8B25C7E6-B12C-6906-CB40-537D4045E76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20</a:t>
            </a:fld>
            <a:endParaRPr/>
          </a:p>
        </p:txBody>
      </p:sp>
    </p:spTree>
    <p:extLst>
      <p:ext uri="{BB962C8B-B14F-4D97-AF65-F5344CB8AC3E}">
        <p14:creationId xmlns:p14="http://schemas.microsoft.com/office/powerpoint/2010/main" val="2323990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9532A3DF-5017-EB8C-4AE4-57794951A337}"/>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4DB5EB2D-E654-9943-BDE9-7DAEB37768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62FC0B4D-6EE5-36ED-C86B-5626F1C821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a:extLst>
              <a:ext uri="{FF2B5EF4-FFF2-40B4-BE49-F238E27FC236}">
                <a16:creationId xmlns:a16="http://schemas.microsoft.com/office/drawing/2014/main" id="{1F290481-F638-1B43-5AF0-EDAB7ABDBD4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21</a:t>
            </a:fld>
            <a:endParaRPr/>
          </a:p>
        </p:txBody>
      </p:sp>
    </p:spTree>
    <p:extLst>
      <p:ext uri="{BB962C8B-B14F-4D97-AF65-F5344CB8AC3E}">
        <p14:creationId xmlns:p14="http://schemas.microsoft.com/office/powerpoint/2010/main" val="509153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F2EDAE8B-D542-0BC2-242C-509D40D0935F}"/>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4E721957-A017-7832-2575-B1CD815D4C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3962C158-B4EA-222A-8D30-BFC5F9AA8C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a:extLst>
              <a:ext uri="{FF2B5EF4-FFF2-40B4-BE49-F238E27FC236}">
                <a16:creationId xmlns:a16="http://schemas.microsoft.com/office/drawing/2014/main" id="{923B2683-802B-CA4F-2C4F-7B93F122706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22</a:t>
            </a:fld>
            <a:endParaRPr/>
          </a:p>
        </p:txBody>
      </p:sp>
    </p:spTree>
    <p:extLst>
      <p:ext uri="{BB962C8B-B14F-4D97-AF65-F5344CB8AC3E}">
        <p14:creationId xmlns:p14="http://schemas.microsoft.com/office/powerpoint/2010/main" val="939813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065B4952-6F15-B395-7517-9AC43D2BE9D3}"/>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27D3F1C0-3956-5B14-7298-516DF5F9D0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ABEFF912-AD4C-AEA0-6866-DD98A49AA1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a:extLst>
              <a:ext uri="{FF2B5EF4-FFF2-40B4-BE49-F238E27FC236}">
                <a16:creationId xmlns:a16="http://schemas.microsoft.com/office/drawing/2014/main" id="{A87B2218-D976-8D5B-5B5E-7163BC12C9D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23</a:t>
            </a:fld>
            <a:endParaRPr/>
          </a:p>
        </p:txBody>
      </p:sp>
    </p:spTree>
    <p:extLst>
      <p:ext uri="{BB962C8B-B14F-4D97-AF65-F5344CB8AC3E}">
        <p14:creationId xmlns:p14="http://schemas.microsoft.com/office/powerpoint/2010/main" val="8602851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5c099360e7_3_2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g25c099360e7_3_2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g25c099360e7_3_2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DBB788CD-56D3-41C0-CDC8-CF69A9B361E0}"/>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9A8EC43A-0939-8155-9C3D-48782C1D0F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0B9F8FEF-5090-0627-219A-E53D6FE53DA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9" name="Google Shape;339;g25c099360e7_3_277:notes">
            <a:extLst>
              <a:ext uri="{FF2B5EF4-FFF2-40B4-BE49-F238E27FC236}">
                <a16:creationId xmlns:a16="http://schemas.microsoft.com/office/drawing/2014/main" id="{23FF9322-E4B1-EADB-40E3-3537DF4FBBC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25</a:t>
            </a:fld>
            <a:endParaRPr/>
          </a:p>
        </p:txBody>
      </p:sp>
    </p:spTree>
    <p:extLst>
      <p:ext uri="{BB962C8B-B14F-4D97-AF65-F5344CB8AC3E}">
        <p14:creationId xmlns:p14="http://schemas.microsoft.com/office/powerpoint/2010/main" val="20782886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60D5B21D-564B-4BDD-D6F6-953C26472E12}"/>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55B17545-BF39-995F-9835-AF395314FA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E61B9CFD-54BC-01A1-A87C-DAEBA1E1FE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DEAFBE39-3F78-1DAA-6350-C23FECD8113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26</a:t>
            </a:fld>
            <a:endParaRPr/>
          </a:p>
        </p:txBody>
      </p:sp>
    </p:spTree>
    <p:extLst>
      <p:ext uri="{BB962C8B-B14F-4D97-AF65-F5344CB8AC3E}">
        <p14:creationId xmlns:p14="http://schemas.microsoft.com/office/powerpoint/2010/main" val="30958476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9C1ECCD4-FC84-CF8A-D06F-19861CAEC709}"/>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C5547AA7-1FE0-7E33-BACE-A7412700DC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7FC15C6E-E4BE-B00E-A37A-FC59080DEC9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ABF8CB57-8311-B987-E3FD-17E1BCB9FB9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27</a:t>
            </a:fld>
            <a:endParaRPr/>
          </a:p>
        </p:txBody>
      </p:sp>
    </p:spTree>
    <p:extLst>
      <p:ext uri="{BB962C8B-B14F-4D97-AF65-F5344CB8AC3E}">
        <p14:creationId xmlns:p14="http://schemas.microsoft.com/office/powerpoint/2010/main" val="31978453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86185F89-4048-A0F3-1F51-C51B460456D0}"/>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6A4C9AE0-3D0F-1B0E-109A-2BAC6DF826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D221B7E2-6348-6212-5F61-F18433293B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85EA2020-F537-BF76-48F2-0364CB66988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28</a:t>
            </a:fld>
            <a:endParaRPr/>
          </a:p>
        </p:txBody>
      </p:sp>
    </p:spTree>
    <p:extLst>
      <p:ext uri="{BB962C8B-B14F-4D97-AF65-F5344CB8AC3E}">
        <p14:creationId xmlns:p14="http://schemas.microsoft.com/office/powerpoint/2010/main" val="38083409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9C057C22-1024-3169-97EE-804E3578C29B}"/>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D0D3AD46-0B90-40D8-7F28-74D4D0CF28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32A12711-B1EE-7903-3A70-A00ED91989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3C1C3E75-65AA-DEE4-9150-E4836FEDDFD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29</a:t>
            </a:fld>
            <a:endParaRPr/>
          </a:p>
        </p:txBody>
      </p:sp>
    </p:spTree>
    <p:extLst>
      <p:ext uri="{BB962C8B-B14F-4D97-AF65-F5344CB8AC3E}">
        <p14:creationId xmlns:p14="http://schemas.microsoft.com/office/powerpoint/2010/main" val="39355553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B4DC2926-735F-9BBF-EB32-2E242189DD0A}"/>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F23DE397-9604-307F-1688-F36AFD58DF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BC1645F2-3DCD-EE87-93C5-88F95513D1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413EBFDC-90CE-5F99-161B-3DEE0739968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30</a:t>
            </a:fld>
            <a:endParaRPr/>
          </a:p>
        </p:txBody>
      </p:sp>
    </p:spTree>
    <p:extLst>
      <p:ext uri="{BB962C8B-B14F-4D97-AF65-F5344CB8AC3E}">
        <p14:creationId xmlns:p14="http://schemas.microsoft.com/office/powerpoint/2010/main" val="28052242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12C5497C-3982-0221-1F1B-6CD2FF970741}"/>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03D7F851-9281-F04B-4033-1160370086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B03A6C4D-0151-A66B-1CFD-5C31AB3A8AA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3C0FD971-3B2F-00A9-AEF6-8200D2B5F46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31</a:t>
            </a:fld>
            <a:endParaRPr/>
          </a:p>
        </p:txBody>
      </p:sp>
    </p:spTree>
    <p:extLst>
      <p:ext uri="{BB962C8B-B14F-4D97-AF65-F5344CB8AC3E}">
        <p14:creationId xmlns:p14="http://schemas.microsoft.com/office/powerpoint/2010/main" val="363612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25CE9CF1-7407-C2B5-137A-902A92AF817E}"/>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F4B681E7-7839-4076-2B84-3BFCBF9AF0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A6F9A956-31D5-9D19-DDAD-3E8F7396612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DB9C86C7-AEB3-8BC6-2624-E8E013B7376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32</a:t>
            </a:fld>
            <a:endParaRPr/>
          </a:p>
        </p:txBody>
      </p:sp>
    </p:spTree>
    <p:extLst>
      <p:ext uri="{BB962C8B-B14F-4D97-AF65-F5344CB8AC3E}">
        <p14:creationId xmlns:p14="http://schemas.microsoft.com/office/powerpoint/2010/main" val="13866198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56ED3D0F-926D-C58D-E92C-D2ACA7918273}"/>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CD415305-B831-4066-6804-1D199647A4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A4CE3F4B-A138-CA17-7552-B4A2CFB7C0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4574FCE0-84C8-07D5-92E1-768B5CEAA4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33</a:t>
            </a:fld>
            <a:endParaRPr/>
          </a:p>
        </p:txBody>
      </p:sp>
    </p:spTree>
    <p:extLst>
      <p:ext uri="{BB962C8B-B14F-4D97-AF65-F5344CB8AC3E}">
        <p14:creationId xmlns:p14="http://schemas.microsoft.com/office/powerpoint/2010/main" val="30940850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2D36C40E-C214-4DA3-C982-17EB9868B228}"/>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E1633B06-2AEB-E1A5-9C8B-BA5A8DC7D9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8FA1ED6D-858B-B586-7C43-B336F01522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5567294C-0E16-F1AB-C570-B007B5CBCAA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34</a:t>
            </a:fld>
            <a:endParaRPr/>
          </a:p>
        </p:txBody>
      </p:sp>
    </p:spTree>
    <p:extLst>
      <p:ext uri="{BB962C8B-B14F-4D97-AF65-F5344CB8AC3E}">
        <p14:creationId xmlns:p14="http://schemas.microsoft.com/office/powerpoint/2010/main" val="23957625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9E970B02-8A63-B787-D1A5-10D7768676BF}"/>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A3D4A485-DA5A-BAA2-F812-CB836FEB9D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25EB0D28-34AE-5638-CF5A-19CA54FA45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DA676DF5-52E7-AED8-CA9D-1BE8EA914FE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35</a:t>
            </a:fld>
            <a:endParaRPr/>
          </a:p>
        </p:txBody>
      </p:sp>
    </p:spTree>
    <p:extLst>
      <p:ext uri="{BB962C8B-B14F-4D97-AF65-F5344CB8AC3E}">
        <p14:creationId xmlns:p14="http://schemas.microsoft.com/office/powerpoint/2010/main" val="19311810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E5D87ED6-49C7-6FAF-1C57-8D976E17C8A0}"/>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064174F2-A9B4-829C-8678-FB664A0EC5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ADC90DB0-1FE7-3C03-9AF0-8746AE310FB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1D7D2740-C98B-36FC-492A-36586BFF1DA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36</a:t>
            </a:fld>
            <a:endParaRPr/>
          </a:p>
        </p:txBody>
      </p:sp>
    </p:spTree>
    <p:extLst>
      <p:ext uri="{BB962C8B-B14F-4D97-AF65-F5344CB8AC3E}">
        <p14:creationId xmlns:p14="http://schemas.microsoft.com/office/powerpoint/2010/main" val="13011979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F59F193-C44E-A7B6-C7C5-16D36983DE4D}"/>
            </a:ext>
          </a:extLst>
        </p:cNvPr>
        <p:cNvGrpSpPr/>
        <p:nvPr/>
      </p:nvGrpSpPr>
      <p:grpSpPr>
        <a:xfrm>
          <a:off x="0" y="0"/>
          <a:ext cx="0" cy="0"/>
          <a:chOff x="0" y="0"/>
          <a:chExt cx="0" cy="0"/>
        </a:xfrm>
      </p:grpSpPr>
      <p:sp>
        <p:nvSpPr>
          <p:cNvPr id="272" name="Google Shape;272;g25c099360e7_3_219:notes">
            <a:extLst>
              <a:ext uri="{FF2B5EF4-FFF2-40B4-BE49-F238E27FC236}">
                <a16:creationId xmlns:a16="http://schemas.microsoft.com/office/drawing/2014/main" id="{6667CB3C-4EBF-7EA0-7F10-4C023A0727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25c099360e7_3_219:notes">
            <a:extLst>
              <a:ext uri="{FF2B5EF4-FFF2-40B4-BE49-F238E27FC236}">
                <a16:creationId xmlns:a16="http://schemas.microsoft.com/office/drawing/2014/main" id="{28EAA2F0-004C-411E-A4D9-714AAE1911A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7800" indent="-177800">
              <a:spcBef>
                <a:spcPts val="0"/>
              </a:spcBef>
            </a:pPr>
            <a:r>
              <a:rPr lang="fr-FR" dirty="0">
                <a:sym typeface="Wingdings" panose="05000000000000000000" pitchFamily="2" charset="2"/>
              </a:rPr>
              <a:t>Augmentation des ventes entre le 1</a:t>
            </a:r>
            <a:r>
              <a:rPr lang="fr-FR" baseline="30000" dirty="0">
                <a:sym typeface="Wingdings" panose="05000000000000000000" pitchFamily="2" charset="2"/>
              </a:rPr>
              <a:t>er</a:t>
            </a:r>
            <a:r>
              <a:rPr lang="fr-FR" dirty="0">
                <a:sym typeface="Wingdings" panose="05000000000000000000" pitchFamily="2" charset="2"/>
              </a:rPr>
              <a:t> et le 2</a:t>
            </a:r>
            <a:r>
              <a:rPr lang="fr-FR" baseline="30000" dirty="0">
                <a:sym typeface="Wingdings" panose="05000000000000000000" pitchFamily="2" charset="2"/>
              </a:rPr>
              <a:t>ème</a:t>
            </a:r>
            <a:r>
              <a:rPr lang="fr-FR" dirty="0">
                <a:sym typeface="Wingdings" panose="05000000000000000000" pitchFamily="2" charset="2"/>
              </a:rPr>
              <a:t> trimestre 2020</a:t>
            </a:r>
            <a:endParaRPr lang="fr-FR" dirty="0"/>
          </a:p>
          <a:p>
            <a:pPr marL="177800" lvl="0" indent="-177800">
              <a:spcBef>
                <a:spcPts val="0"/>
              </a:spcBef>
            </a:pPr>
            <a:r>
              <a:rPr lang="fr-FR" dirty="0"/>
              <a:t>Les appartements sont plus vendus que les maisons</a:t>
            </a:r>
          </a:p>
          <a:p>
            <a:pPr marL="177800" lvl="0" indent="-177800">
              <a:spcBef>
                <a:spcPts val="0"/>
              </a:spcBef>
            </a:pPr>
            <a:r>
              <a:rPr lang="fr-FR" dirty="0">
                <a:sym typeface="Wingdings" panose="05000000000000000000" pitchFamily="2" charset="2"/>
              </a:rPr>
              <a:t>Les biens vendus se trouvent principalement en Ile-de-France</a:t>
            </a:r>
          </a:p>
          <a:p>
            <a:pPr marL="177800" indent="-177800">
              <a:spcBef>
                <a:spcPts val="0"/>
              </a:spcBef>
            </a:pPr>
            <a:r>
              <a:rPr lang="fr-FR" dirty="0">
                <a:sym typeface="Wingdings" panose="05000000000000000000" pitchFamily="2" charset="2"/>
              </a:rPr>
              <a:t>Les biens les plus chers se trouvent en Ile-de-France</a:t>
            </a:r>
          </a:p>
          <a:p>
            <a:pPr marL="177800" lvl="0" indent="-177800">
              <a:spcBef>
                <a:spcPts val="0"/>
              </a:spcBef>
            </a:pPr>
            <a:r>
              <a:rPr lang="fr-FR" dirty="0">
                <a:sym typeface="Wingdings" panose="05000000000000000000" pitchFamily="2" charset="2"/>
              </a:rPr>
              <a:t>Les biens les plus vendus ont 2, 3 ou 1 pièces</a:t>
            </a:r>
          </a:p>
          <a:p>
            <a:pPr marL="177800" lvl="0" indent="-177800">
              <a:spcBef>
                <a:spcPts val="0"/>
              </a:spcBef>
            </a:pPr>
            <a:r>
              <a:rPr lang="fr-FR" dirty="0">
                <a:sym typeface="Wingdings" panose="05000000000000000000" pitchFamily="2" charset="2"/>
              </a:rPr>
              <a:t>Le prix au m2 est plus élevé de 13% entre un bien de 2 pièces et un bien de 3 pièces</a:t>
            </a:r>
          </a:p>
          <a:p>
            <a:pPr marL="0" lvl="0" indent="0" algn="l" rtl="0">
              <a:spcBef>
                <a:spcPts val="0"/>
              </a:spcBef>
              <a:spcAft>
                <a:spcPts val="0"/>
              </a:spcAft>
              <a:buNone/>
            </a:pPr>
            <a:endParaRPr dirty="0"/>
          </a:p>
        </p:txBody>
      </p:sp>
      <p:sp>
        <p:nvSpPr>
          <p:cNvPr id="274" name="Google Shape;274;g25c099360e7_3_219:notes">
            <a:extLst>
              <a:ext uri="{FF2B5EF4-FFF2-40B4-BE49-F238E27FC236}">
                <a16:creationId xmlns:a16="http://schemas.microsoft.com/office/drawing/2014/main" id="{758B6FAA-78FB-B334-B87F-1DF180A96FC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37</a:t>
            </a:fld>
            <a:endParaRPr/>
          </a:p>
        </p:txBody>
      </p:sp>
    </p:spTree>
    <p:extLst>
      <p:ext uri="{BB962C8B-B14F-4D97-AF65-F5344CB8AC3E}">
        <p14:creationId xmlns:p14="http://schemas.microsoft.com/office/powerpoint/2010/main" val="25549299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5c099360e7_3_2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g25c099360e7_3_2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g25c099360e7_3_2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avec image">
  <p:cSld name="Diapositive de titre avec image">
    <p:spTree>
      <p:nvGrpSpPr>
        <p:cNvPr id="1" name="Shape 54"/>
        <p:cNvGrpSpPr/>
        <p:nvPr/>
      </p:nvGrpSpPr>
      <p:grpSpPr>
        <a:xfrm>
          <a:off x="0" y="0"/>
          <a:ext cx="0" cy="0"/>
          <a:chOff x="0" y="0"/>
          <a:chExt cx="0" cy="0"/>
        </a:xfrm>
      </p:grpSpPr>
      <p:sp>
        <p:nvSpPr>
          <p:cNvPr id="55" name="Google Shape;55;p14"/>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56" name="Google Shape;56;p14"/>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sp>
        <p:nvSpPr>
          <p:cNvPr id="57" name="Google Shape;57;p14"/>
          <p:cNvSpPr>
            <a:spLocks noGrp="1"/>
          </p:cNvSpPr>
          <p:nvPr>
            <p:ph type="pic" idx="2"/>
          </p:nvPr>
        </p:nvSpPr>
        <p:spPr>
          <a:xfrm>
            <a:off x="1262549" y="645708"/>
            <a:ext cx="3321392" cy="3852817"/>
          </a:xfrm>
          <a:prstGeom prst="rect">
            <a:avLst/>
          </a:prstGeom>
          <a:noFill/>
          <a:ln>
            <a:noFill/>
          </a:ln>
        </p:spPr>
        <p:txBody>
          <a:bodyPr/>
          <a:lstStyle/>
          <a:p>
            <a:endParaRPr lang="fr-FR"/>
          </a:p>
        </p:txBody>
      </p:sp>
      <p:cxnSp>
        <p:nvCxnSpPr>
          <p:cNvPr id="58" name="Google Shape;58;p14"/>
          <p:cNvCxnSpPr/>
          <p:nvPr/>
        </p:nvCxnSpPr>
        <p:spPr>
          <a:xfrm rot="10800000" flipH="1">
            <a:off x="6753226" y="2943224"/>
            <a:ext cx="2390775" cy="1266825"/>
          </a:xfrm>
          <a:prstGeom prst="straightConnector1">
            <a:avLst/>
          </a:prstGeom>
          <a:noFill/>
          <a:ln w="9525" cap="flat" cmpd="sng">
            <a:solidFill>
              <a:srgbClr val="EE9571"/>
            </a:solidFill>
            <a:prstDash val="solid"/>
            <a:miter lim="800000"/>
            <a:headEnd type="none" w="sm" len="sm"/>
            <a:tailEnd type="none" w="sm" len="sm"/>
          </a:ln>
        </p:spPr>
      </p:cxnSp>
      <p:sp>
        <p:nvSpPr>
          <p:cNvPr id="59" name="Google Shape;59;p14" title="Titre"/>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200"/>
              <a:buFont typeface="Calibri"/>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0" name="Google Shape;60;p14" title="Sous-titre"/>
          <p:cNvSpPr txBox="1">
            <a:spLocks noGrp="1"/>
          </p:cNvSpPr>
          <p:nvPr>
            <p:ph type="subTitle" idx="1"/>
          </p:nvPr>
        </p:nvSpPr>
        <p:spPr>
          <a:xfrm>
            <a:off x="4781411" y="2730749"/>
            <a:ext cx="3640754" cy="943181"/>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rgbClr val="2E7A40"/>
              </a:buClr>
              <a:buSzPts val="1800"/>
              <a:buFont typeface="Arial"/>
              <a:buNone/>
              <a:defRPr sz="1800" b="0" i="0" u="none" strike="noStrike" cap="none">
                <a:solidFill>
                  <a:schemeClr val="accent6"/>
                </a:solidFill>
                <a:latin typeface="Calibri"/>
                <a:ea typeface="Calibri"/>
                <a:cs typeface="Calibri"/>
                <a:sym typeface="Calibri"/>
              </a:defRPr>
            </a:lvl1pPr>
            <a:lvl2pPr marR="0" lvl="1" algn="ctr"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4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3pPr>
            <a:lvl4pPr marR="0" lvl="3"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cxnSp>
        <p:nvCxnSpPr>
          <p:cNvPr id="61" name="Google Shape;61;p14"/>
          <p:cNvCxnSpPr/>
          <p:nvPr/>
        </p:nvCxnSpPr>
        <p:spPr>
          <a:xfrm rot="10800000" flipH="1">
            <a:off x="-13378" y="3525012"/>
            <a:ext cx="1439842" cy="750790"/>
          </a:xfrm>
          <a:prstGeom prst="straightConnector1">
            <a:avLst/>
          </a:prstGeom>
          <a:noFill/>
          <a:ln w="9525" cap="flat" cmpd="sng">
            <a:solidFill>
              <a:srgbClr val="E26064"/>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SPOSITION DU TEXTE 01">
  <p:cSld name="DISPOSITION DU TEXTE 01">
    <p:spTree>
      <p:nvGrpSpPr>
        <p:cNvPr id="1" name="Shape 62"/>
        <p:cNvGrpSpPr/>
        <p:nvPr/>
      </p:nvGrpSpPr>
      <p:grpSpPr>
        <a:xfrm>
          <a:off x="0" y="0"/>
          <a:ext cx="0" cy="0"/>
          <a:chOff x="0" y="0"/>
          <a:chExt cx="0" cy="0"/>
        </a:xfrm>
      </p:grpSpPr>
      <p:sp>
        <p:nvSpPr>
          <p:cNvPr id="63" name="Google Shape;63;p15" title="Puces"/>
          <p:cNvSpPr txBox="1">
            <a:spLocks noGrp="1"/>
          </p:cNvSpPr>
          <p:nvPr>
            <p:ph type="body" idx="1"/>
          </p:nvPr>
        </p:nvSpPr>
        <p:spPr>
          <a:xfrm>
            <a:off x="398533" y="2397686"/>
            <a:ext cx="3707122" cy="2218706"/>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4" name="Google Shape;64;p15"/>
          <p:cNvSpPr/>
          <p:nvPr/>
        </p:nvSpPr>
        <p:spPr>
          <a:xfrm rot="10800000">
            <a:off x="1379765" y="-4"/>
            <a:ext cx="7764236" cy="4229105"/>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65" name="Google Shape;65;p15"/>
          <p:cNvSpPr/>
          <p:nvPr/>
        </p:nvSpPr>
        <p:spPr>
          <a:xfrm flipH="1">
            <a:off x="2233613" y="-4"/>
            <a:ext cx="3090863" cy="981079"/>
          </a:xfrm>
          <a:prstGeom prst="parallelogram">
            <a:avLst>
              <a:gd name="adj" fmla="val 186380"/>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66" name="Google Shape;66;p15"/>
          <p:cNvCxnSpPr/>
          <p:nvPr/>
        </p:nvCxnSpPr>
        <p:spPr>
          <a:xfrm rot="10800000" flipH="1">
            <a:off x="4781550" y="3785308"/>
            <a:ext cx="1143431" cy="1352550"/>
          </a:xfrm>
          <a:prstGeom prst="straightConnector1">
            <a:avLst/>
          </a:prstGeom>
          <a:noFill/>
          <a:ln w="9525" cap="flat" cmpd="sng">
            <a:solidFill>
              <a:srgbClr val="EE9571"/>
            </a:solidFill>
            <a:prstDash val="solid"/>
            <a:miter lim="800000"/>
            <a:headEnd type="none" w="sm" len="sm"/>
            <a:tailEnd type="none" w="sm" len="sm"/>
          </a:ln>
        </p:spPr>
      </p:cxnSp>
      <p:sp>
        <p:nvSpPr>
          <p:cNvPr id="67" name="Google Shape;67;p15" title="Sous-titre"/>
          <p:cNvSpPr txBox="1">
            <a:spLocks noGrp="1"/>
          </p:cNvSpPr>
          <p:nvPr>
            <p:ph type="body" idx="2"/>
          </p:nvPr>
        </p:nvSpPr>
        <p:spPr>
          <a:xfrm>
            <a:off x="398534" y="1922608"/>
            <a:ext cx="5506973"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8" name="Google Shape;68;p15" title="Titre "/>
          <p:cNvSpPr txBox="1">
            <a:spLocks noGrp="1"/>
          </p:cNvSpPr>
          <p:nvPr>
            <p:ph type="title"/>
          </p:nvPr>
        </p:nvSpPr>
        <p:spPr>
          <a:xfrm>
            <a:off x="398533" y="981363"/>
            <a:ext cx="5506967" cy="911674"/>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9" name="Google Shape;69;p15"/>
          <p:cNvSpPr>
            <a:spLocks noGrp="1"/>
          </p:cNvSpPr>
          <p:nvPr>
            <p:ph type="pic" idx="3"/>
          </p:nvPr>
        </p:nvSpPr>
        <p:spPr>
          <a:xfrm>
            <a:off x="4953000" y="0"/>
            <a:ext cx="4191000" cy="5154187"/>
          </a:xfrm>
          <a:prstGeom prst="rect">
            <a:avLst/>
          </a:prstGeom>
          <a:solidFill>
            <a:srgbClr val="D8D8D8"/>
          </a:solidFill>
          <a:ln>
            <a:noFill/>
          </a:ln>
        </p:spPr>
      </p:sp>
      <p:sp>
        <p:nvSpPr>
          <p:cNvPr id="70" name="Google Shape;70;p15"/>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1" name="Google Shape;71;p15"/>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pic>
        <p:nvPicPr>
          <p:cNvPr id="3" name="Image 2">
            <a:extLst>
              <a:ext uri="{FF2B5EF4-FFF2-40B4-BE49-F238E27FC236}">
                <a16:creationId xmlns:a16="http://schemas.microsoft.com/office/drawing/2014/main" id="{0ABE8C55-4443-ABD8-A49D-AED122804353}"/>
              </a:ext>
            </a:extLst>
          </p:cNvPr>
          <p:cNvPicPr>
            <a:picLocks noChangeAspect="1"/>
          </p:cNvPicPr>
          <p:nvPr userDrawn="1"/>
        </p:nvPicPr>
        <p:blipFill>
          <a:blip r:embed="rId2"/>
          <a:stretch>
            <a:fillRect/>
          </a:stretch>
        </p:blipFill>
        <p:spPr>
          <a:xfrm>
            <a:off x="253896" y="4762480"/>
            <a:ext cx="1014487" cy="278627"/>
          </a:xfrm>
          <a:prstGeom prst="rect">
            <a:avLst/>
          </a:prstGeom>
        </p:spPr>
      </p:pic>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31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aison avec sous-titre">
  <p:cSld name="Comparaison avec sous-titre">
    <p:spTree>
      <p:nvGrpSpPr>
        <p:cNvPr id="1" name="Shape 72"/>
        <p:cNvGrpSpPr/>
        <p:nvPr/>
      </p:nvGrpSpPr>
      <p:grpSpPr>
        <a:xfrm>
          <a:off x="0" y="0"/>
          <a:ext cx="0" cy="0"/>
          <a:chOff x="0" y="0"/>
          <a:chExt cx="0" cy="0"/>
        </a:xfrm>
      </p:grpSpPr>
      <p:cxnSp>
        <p:nvCxnSpPr>
          <p:cNvPr id="73" name="Google Shape;73;p16"/>
          <p:cNvCxnSpPr/>
          <p:nvPr/>
        </p:nvCxnSpPr>
        <p:spPr>
          <a:xfrm rot="10800000">
            <a:off x="-6935" y="2725475"/>
            <a:ext cx="1434464" cy="1179742"/>
          </a:xfrm>
          <a:prstGeom prst="straightConnector1">
            <a:avLst/>
          </a:prstGeom>
          <a:noFill/>
          <a:ln w="9525" cap="flat" cmpd="sng">
            <a:solidFill>
              <a:srgbClr val="EE9571"/>
            </a:solidFill>
            <a:prstDash val="solid"/>
            <a:miter lim="800000"/>
            <a:headEnd type="none" w="sm" len="sm"/>
            <a:tailEnd type="none" w="sm" len="sm"/>
          </a:ln>
        </p:spPr>
      </p:cxnSp>
      <p:grpSp>
        <p:nvGrpSpPr>
          <p:cNvPr id="74" name="Google Shape;74;p16"/>
          <p:cNvGrpSpPr/>
          <p:nvPr/>
        </p:nvGrpSpPr>
        <p:grpSpPr>
          <a:xfrm flipH="1">
            <a:off x="5670996" y="0"/>
            <a:ext cx="3572983" cy="2655755"/>
            <a:chOff x="-124265" y="-2"/>
            <a:chExt cx="4763978" cy="3367272"/>
          </a:xfrm>
        </p:grpSpPr>
        <p:sp>
          <p:nvSpPr>
            <p:cNvPr id="75" name="Google Shape;75;p16"/>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76" name="Google Shape;76;p16"/>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77" name="Google Shape;77;p16"/>
            <p:cNvSpPr/>
            <p:nvPr/>
          </p:nvSpPr>
          <p:spPr>
            <a:xfrm rot="-2178838">
              <a:off x="-192127" y="1140864"/>
              <a:ext cx="1354398" cy="214994"/>
            </a:xfrm>
            <a:prstGeom prst="parallelogram">
              <a:avLst>
                <a:gd name="adj" fmla="val 72003"/>
              </a:avLst>
            </a:prstGeom>
            <a:solidFill>
              <a:srgbClr val="EE957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78" name="Google Shape;78;p16"/>
          <p:cNvSpPr txBox="1">
            <a:spLocks noGrp="1"/>
          </p:cNvSpPr>
          <p:nvPr>
            <p:ph type="body" idx="1"/>
          </p:nvPr>
        </p:nvSpPr>
        <p:spPr>
          <a:xfrm>
            <a:off x="390524" y="1578666"/>
            <a:ext cx="4106468" cy="585891"/>
          </a:xfrm>
          <a:prstGeom prst="rect">
            <a:avLst/>
          </a:prstGeom>
          <a:noFill/>
          <a:ln>
            <a:noFill/>
          </a:ln>
        </p:spPr>
        <p:txBody>
          <a:bodyPr spcFirstLastPara="1" wrap="square" lIns="68575" tIns="34275" rIns="68575" bIns="34275" anchor="b" anchorCtr="0">
            <a:normAutofit/>
          </a:bodyPr>
          <a:lstStyle>
            <a:lvl1pPr marL="457200" marR="0" lvl="0" indent="-228600" algn="l" rtl="0">
              <a:lnSpc>
                <a:spcPct val="100000"/>
              </a:lnSpc>
              <a:spcBef>
                <a:spcPts val="0"/>
              </a:spcBef>
              <a:spcAft>
                <a:spcPts val="0"/>
              </a:spcAft>
              <a:buClr>
                <a:srgbClr val="2E7A40"/>
              </a:buClr>
              <a:buSzPts val="2100"/>
              <a:buFont typeface="Arial"/>
              <a:buNone/>
              <a:defRPr sz="21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79" name="Google Shape;79;p16" title="Puces"/>
          <p:cNvSpPr txBox="1">
            <a:spLocks noGrp="1"/>
          </p:cNvSpPr>
          <p:nvPr>
            <p:ph type="body" idx="2"/>
          </p:nvPr>
        </p:nvSpPr>
        <p:spPr>
          <a:xfrm>
            <a:off x="390524" y="2164557"/>
            <a:ext cx="4106468" cy="2424112"/>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rgbClr val="00194C"/>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00194C"/>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00194C"/>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lang="fr-FR" dirty="0"/>
          </a:p>
          <a:p>
            <a:pPr lvl="1"/>
            <a:endParaRPr lang="fr-FR" dirty="0"/>
          </a:p>
          <a:p>
            <a:pPr lvl="2"/>
            <a:endParaRPr dirty="0"/>
          </a:p>
        </p:txBody>
      </p:sp>
      <p:sp>
        <p:nvSpPr>
          <p:cNvPr id="80" name="Google Shape;80;p16"/>
          <p:cNvSpPr txBox="1">
            <a:spLocks noGrp="1"/>
          </p:cNvSpPr>
          <p:nvPr>
            <p:ph type="body" idx="3"/>
          </p:nvPr>
        </p:nvSpPr>
        <p:spPr>
          <a:xfrm>
            <a:off x="4640035" y="1578666"/>
            <a:ext cx="4106700" cy="585891"/>
          </a:xfrm>
          <a:prstGeom prst="rect">
            <a:avLst/>
          </a:prstGeom>
          <a:noFill/>
          <a:ln>
            <a:noFill/>
          </a:ln>
        </p:spPr>
        <p:txBody>
          <a:bodyPr spcFirstLastPara="1" wrap="square" lIns="68575" tIns="34275" rIns="68575" bIns="34275" anchor="b" anchorCtr="0">
            <a:normAutofit/>
          </a:bodyPr>
          <a:lstStyle>
            <a:lvl1pPr marL="457200" marR="0" lvl="0" indent="-228600" algn="l" rtl="0">
              <a:lnSpc>
                <a:spcPct val="100000"/>
              </a:lnSpc>
              <a:spcBef>
                <a:spcPts val="800"/>
              </a:spcBef>
              <a:spcAft>
                <a:spcPts val="0"/>
              </a:spcAft>
              <a:buClr>
                <a:srgbClr val="2E7A40"/>
              </a:buClr>
              <a:buSzPts val="2100"/>
              <a:buFont typeface="Arial"/>
              <a:buNone/>
              <a:defRPr sz="21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81" name="Google Shape;81;p16" title="Puces"/>
          <p:cNvSpPr txBox="1">
            <a:spLocks noGrp="1"/>
          </p:cNvSpPr>
          <p:nvPr>
            <p:ph type="body" idx="4"/>
          </p:nvPr>
        </p:nvSpPr>
        <p:spPr>
          <a:xfrm>
            <a:off x="4640035" y="2164557"/>
            <a:ext cx="4106700" cy="2424112"/>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rgbClr val="00194C"/>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dirty="0"/>
          </a:p>
        </p:txBody>
      </p:sp>
      <p:sp>
        <p:nvSpPr>
          <p:cNvPr id="82" name="Google Shape;82;p16" title="Sous-titre"/>
          <p:cNvSpPr txBox="1">
            <a:spLocks noGrp="1"/>
          </p:cNvSpPr>
          <p:nvPr>
            <p:ph type="body" idx="5"/>
          </p:nvPr>
        </p:nvSpPr>
        <p:spPr>
          <a:xfrm>
            <a:off x="390370" y="1032699"/>
            <a:ext cx="5526447"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3" name="Google Shape;83;p16"/>
          <p:cNvSpPr/>
          <p:nvPr/>
        </p:nvSpPr>
        <p:spPr>
          <a:xfrm flipH="1">
            <a:off x="5009931" y="1"/>
            <a:ext cx="1085850" cy="479298"/>
          </a:xfrm>
          <a:prstGeom prst="parallelogram">
            <a:avLst>
              <a:gd name="adj" fmla="val 135617"/>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84" name="Google Shape;84;p16"/>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6"/>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86" name="Google Shape;86;p16"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3" name="Image 2">
            <a:extLst>
              <a:ext uri="{FF2B5EF4-FFF2-40B4-BE49-F238E27FC236}">
                <a16:creationId xmlns:a16="http://schemas.microsoft.com/office/drawing/2014/main" id="{9CE4DEFC-8E4C-EA65-C344-23717DC07C0D}"/>
              </a:ext>
            </a:extLst>
          </p:cNvPr>
          <p:cNvPicPr>
            <a:picLocks noChangeAspect="1"/>
          </p:cNvPicPr>
          <p:nvPr userDrawn="1"/>
        </p:nvPicPr>
        <p:blipFill>
          <a:blip r:embed="rId2"/>
          <a:stretch>
            <a:fillRect/>
          </a:stretch>
        </p:blipFill>
        <p:spPr>
          <a:xfrm>
            <a:off x="253897" y="4767263"/>
            <a:ext cx="1019543" cy="273844"/>
          </a:xfrm>
          <a:prstGeom prst="rect">
            <a:avLst/>
          </a:prstGeom>
        </p:spPr>
      </p:pic>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tête de section avec image">
  <p:cSld name="En-tête de section avec image">
    <p:spTree>
      <p:nvGrpSpPr>
        <p:cNvPr id="1" name="Shape 87"/>
        <p:cNvGrpSpPr/>
        <p:nvPr/>
      </p:nvGrpSpPr>
      <p:grpSpPr>
        <a:xfrm>
          <a:off x="0" y="0"/>
          <a:ext cx="0" cy="0"/>
          <a:chOff x="0" y="0"/>
          <a:chExt cx="0" cy="0"/>
        </a:xfrm>
      </p:grpSpPr>
      <p:sp>
        <p:nvSpPr>
          <p:cNvPr id="88" name="Google Shape;88;p17"/>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89" name="Google Shape;89;p17"/>
          <p:cNvSpPr/>
          <p:nvPr/>
        </p:nvSpPr>
        <p:spPr>
          <a:xfrm rot="-1641210">
            <a:off x="-477993" y="2691132"/>
            <a:ext cx="2895122" cy="1310214"/>
          </a:xfrm>
          <a:prstGeom prst="parallelogram">
            <a:avLst>
              <a:gd name="adj" fmla="val 53218"/>
            </a:avLst>
          </a:prstGeom>
          <a:solidFill>
            <a:srgbClr val="EE957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90" name="Google Shape;90;p17"/>
          <p:cNvCxnSpPr/>
          <p:nvPr/>
        </p:nvCxnSpPr>
        <p:spPr>
          <a:xfrm rot="10800000" flipH="1">
            <a:off x="0" y="757568"/>
            <a:ext cx="1338943" cy="680629"/>
          </a:xfrm>
          <a:prstGeom prst="straightConnector1">
            <a:avLst/>
          </a:prstGeom>
          <a:noFill/>
          <a:ln w="9525" cap="flat" cmpd="sng">
            <a:solidFill>
              <a:srgbClr val="A5A5A5"/>
            </a:solidFill>
            <a:prstDash val="solid"/>
            <a:miter lim="800000"/>
            <a:headEnd type="none" w="sm" len="sm"/>
            <a:tailEnd type="none" w="sm" len="sm"/>
          </a:ln>
        </p:spPr>
      </p:cxnSp>
      <p:sp>
        <p:nvSpPr>
          <p:cNvPr id="91" name="Google Shape;91;p17" title="Titre"/>
          <p:cNvSpPr txBox="1">
            <a:spLocks noGrp="1"/>
          </p:cNvSpPr>
          <p:nvPr>
            <p:ph type="title"/>
          </p:nvPr>
        </p:nvSpPr>
        <p:spPr>
          <a:xfrm>
            <a:off x="4712882" y="1490565"/>
            <a:ext cx="3683725" cy="1342391"/>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000"/>
              <a:buFont typeface="Calibri"/>
              <a:buNone/>
              <a:defRPr sz="3000" b="1">
                <a:solidFill>
                  <a:schemeClr val="accent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7" title="Sous-titre"/>
          <p:cNvSpPr txBox="1">
            <a:spLocks noGrp="1"/>
          </p:cNvSpPr>
          <p:nvPr>
            <p:ph type="body" idx="1"/>
          </p:nvPr>
        </p:nvSpPr>
        <p:spPr>
          <a:xfrm>
            <a:off x="4712882" y="2844035"/>
            <a:ext cx="3683725" cy="682935"/>
          </a:xfrm>
          <a:prstGeom prst="rect">
            <a:avLst/>
          </a:prstGeom>
          <a:noFill/>
          <a:ln>
            <a:noFill/>
          </a:ln>
        </p:spPr>
        <p:txBody>
          <a:bodyPr spcFirstLastPara="1" wrap="square" lIns="68575" tIns="34275" rIns="68575" bIns="34275" anchor="t" anchorCtr="0">
            <a:norm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rgbClr val="909090"/>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0" i="0" u="none" strike="noStrike" cap="none">
                <a:solidFill>
                  <a:srgbClr val="909090"/>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5pPr>
            <a:lvl6pPr marL="2743200" marR="0" lvl="5"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6pPr>
            <a:lvl7pPr marL="3200400" marR="0" lvl="6"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7pPr>
            <a:lvl8pPr marL="3657600" marR="0" lvl="7"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8pPr>
            <a:lvl9pPr marL="4114800" marR="0" lvl="8"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9pPr>
          </a:lstStyle>
          <a:p>
            <a:endParaRPr/>
          </a:p>
        </p:txBody>
      </p:sp>
      <p:cxnSp>
        <p:nvCxnSpPr>
          <p:cNvPr id="93" name="Google Shape;93;p17"/>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94" name="Google Shape;94;p17"/>
          <p:cNvSpPr/>
          <p:nvPr/>
        </p:nvSpPr>
        <p:spPr>
          <a:xfrm>
            <a:off x="5815584" y="0"/>
            <a:ext cx="1693926" cy="557114"/>
          </a:xfrm>
          <a:prstGeom prst="parallelogram">
            <a:avLst>
              <a:gd name="adj" fmla="val 195850"/>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95" name="Google Shape;95;p17"/>
          <p:cNvCxnSpPr/>
          <p:nvPr/>
        </p:nvCxnSpPr>
        <p:spPr>
          <a:xfrm rot="10800000" flipH="1">
            <a:off x="0" y="306422"/>
            <a:ext cx="4946515" cy="2552361"/>
          </a:xfrm>
          <a:prstGeom prst="straightConnector1">
            <a:avLst/>
          </a:prstGeom>
          <a:noFill/>
          <a:ln w="9525" cap="flat" cmpd="sng">
            <a:solidFill>
              <a:srgbClr val="A5A5A5"/>
            </a:solidFill>
            <a:prstDash val="solid"/>
            <a:miter lim="800000"/>
            <a:headEnd type="none" w="sm" len="sm"/>
            <a:tailEnd type="none" w="sm" len="sm"/>
          </a:ln>
        </p:spPr>
      </p:cxnSp>
      <p:sp>
        <p:nvSpPr>
          <p:cNvPr id="96" name="Google Shape;96;p17"/>
          <p:cNvSpPr>
            <a:spLocks noGrp="1"/>
          </p:cNvSpPr>
          <p:nvPr>
            <p:ph type="pic" idx="2"/>
          </p:nvPr>
        </p:nvSpPr>
        <p:spPr>
          <a:xfrm>
            <a:off x="1262549" y="645708"/>
            <a:ext cx="3321392" cy="3852817"/>
          </a:xfrm>
          <a:prstGeom prst="rect">
            <a:avLst/>
          </a:prstGeom>
          <a:noFill/>
          <a:ln>
            <a:noFill/>
          </a:ln>
        </p:spPr>
      </p:sp>
      <p:cxnSp>
        <p:nvCxnSpPr>
          <p:cNvPr id="97" name="Google Shape;97;p17"/>
          <p:cNvCxnSpPr/>
          <p:nvPr/>
        </p:nvCxnSpPr>
        <p:spPr>
          <a:xfrm rot="10800000" flipH="1">
            <a:off x="-13378" y="3950208"/>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98" name="Google Shape;98;p17"/>
          <p:cNvSpPr/>
          <p:nvPr/>
        </p:nvSpPr>
        <p:spPr>
          <a:xfrm rot="-1641210">
            <a:off x="-104276" y="2555284"/>
            <a:ext cx="1078799" cy="177435"/>
          </a:xfrm>
          <a:prstGeom prst="parallelogram">
            <a:avLst>
              <a:gd name="adj" fmla="val 53218"/>
            </a:avLst>
          </a:prstGeom>
          <a:solidFill>
            <a:srgbClr val="A5A5A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37">
          <p15:clr>
            <a:srgbClr val="FBAE40"/>
          </p15:clr>
        </p15:guide>
        <p15:guide id="2" pos="2880">
          <p15:clr>
            <a:srgbClr val="FBAE40"/>
          </p15:clr>
        </p15:guide>
        <p15:guide id="3" pos="107">
          <p15:clr>
            <a:srgbClr val="FBAE40"/>
          </p15:clr>
        </p15:guide>
        <p15:guide id="4" orient="horz" pos="3127">
          <p15:clr>
            <a:srgbClr val="FBAE40"/>
          </p15:clr>
        </p15:guide>
        <p15:guide id="5" pos="5653">
          <p15:clr>
            <a:srgbClr val="FBAE40"/>
          </p15:clr>
        </p15:guide>
        <p15:guide id="6" orient="horz" pos="10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raphique">
  <p:cSld name="Graphique">
    <p:spTree>
      <p:nvGrpSpPr>
        <p:cNvPr id="1" name="Shape 99"/>
        <p:cNvGrpSpPr/>
        <p:nvPr/>
      </p:nvGrpSpPr>
      <p:grpSpPr>
        <a:xfrm>
          <a:off x="0" y="0"/>
          <a:ext cx="0" cy="0"/>
          <a:chOff x="0" y="0"/>
          <a:chExt cx="0" cy="0"/>
        </a:xfrm>
      </p:grpSpPr>
      <p:grpSp>
        <p:nvGrpSpPr>
          <p:cNvPr id="100" name="Google Shape;100;p18"/>
          <p:cNvGrpSpPr/>
          <p:nvPr/>
        </p:nvGrpSpPr>
        <p:grpSpPr>
          <a:xfrm flipH="1">
            <a:off x="5670996" y="0"/>
            <a:ext cx="3572983" cy="2655755"/>
            <a:chOff x="-124265" y="-2"/>
            <a:chExt cx="4763978" cy="3367272"/>
          </a:xfrm>
        </p:grpSpPr>
        <p:sp>
          <p:nvSpPr>
            <p:cNvPr id="101" name="Google Shape;101;p18"/>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02" name="Google Shape;102;p18"/>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03" name="Google Shape;103;p18"/>
            <p:cNvSpPr/>
            <p:nvPr/>
          </p:nvSpPr>
          <p:spPr>
            <a:xfrm rot="-2178838">
              <a:off x="-192127" y="1140864"/>
              <a:ext cx="1354398" cy="214994"/>
            </a:xfrm>
            <a:prstGeom prst="parallelogram">
              <a:avLst>
                <a:gd name="adj" fmla="val 72003"/>
              </a:avLst>
            </a:prstGeom>
            <a:solidFill>
              <a:srgbClr val="EE957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04" name="Google Shape;104;p18"/>
          <p:cNvSpPr/>
          <p:nvPr/>
        </p:nvSpPr>
        <p:spPr>
          <a:xfrm flipH="1">
            <a:off x="5009931" y="1"/>
            <a:ext cx="1085850" cy="479298"/>
          </a:xfrm>
          <a:prstGeom prst="parallelogram">
            <a:avLst>
              <a:gd name="adj" fmla="val 135617"/>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05" name="Google Shape;105;p18" title="Sous-titre"/>
          <p:cNvSpPr txBox="1">
            <a:spLocks noGrp="1"/>
          </p:cNvSpPr>
          <p:nvPr>
            <p:ph type="body" idx="1"/>
          </p:nvPr>
        </p:nvSpPr>
        <p:spPr>
          <a:xfrm>
            <a:off x="390370" y="1032699"/>
            <a:ext cx="5526447"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6" name="Google Shape;106;p18"/>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07" name="Google Shape;107;p18"/>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08" name="Google Shape;108;p18"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9" name="Google Shape;109;p18"/>
          <p:cNvSpPr txBox="1">
            <a:spLocks noGrp="1"/>
          </p:cNvSpPr>
          <p:nvPr>
            <p:ph type="body" idx="2"/>
          </p:nvPr>
        </p:nvSpPr>
        <p:spPr>
          <a:xfrm>
            <a:off x="398860" y="1504321"/>
            <a:ext cx="3919323" cy="3062916"/>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0" name="Google Shape;110;p18" title="Graphique"/>
          <p:cNvSpPr>
            <a:spLocks noGrp="1"/>
          </p:cNvSpPr>
          <p:nvPr>
            <p:ph type="chart" idx="3"/>
          </p:nvPr>
        </p:nvSpPr>
        <p:spPr>
          <a:xfrm>
            <a:off x="4347086" y="1504322"/>
            <a:ext cx="4289548" cy="3063352"/>
          </a:xfrm>
          <a:prstGeom prst="rect">
            <a:avLst/>
          </a:prstGeom>
          <a:noFill/>
          <a:ln>
            <a:noFill/>
          </a:ln>
        </p:spPr>
        <p:txBody>
          <a:bodyPr spcFirstLastPara="1" wrap="square" lIns="68550" tIns="34275" rIns="68550" bIns="34275" anchor="t" anchorCtr="0">
            <a:noAutofit/>
          </a:bodyPr>
          <a:lstStyle>
            <a:lvl1pPr marR="0" lvl="0" algn="ctr" rtl="0">
              <a:lnSpc>
                <a:spcPct val="90000"/>
              </a:lnSpc>
              <a:spcBef>
                <a:spcPts val="8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3" name="Image 2">
            <a:extLst>
              <a:ext uri="{FF2B5EF4-FFF2-40B4-BE49-F238E27FC236}">
                <a16:creationId xmlns:a16="http://schemas.microsoft.com/office/drawing/2014/main" id="{AA6752FC-511E-40AD-05FB-30D566826466}"/>
              </a:ext>
            </a:extLst>
          </p:cNvPr>
          <p:cNvPicPr>
            <a:picLocks noChangeAspect="1"/>
          </p:cNvPicPr>
          <p:nvPr userDrawn="1"/>
        </p:nvPicPr>
        <p:blipFill>
          <a:blip r:embed="rId2"/>
          <a:stretch>
            <a:fillRect/>
          </a:stretch>
        </p:blipFill>
        <p:spPr>
          <a:xfrm>
            <a:off x="253897" y="4762480"/>
            <a:ext cx="1014487" cy="278627"/>
          </a:xfrm>
          <a:prstGeom prst="rect">
            <a:avLst/>
          </a:prstGeom>
        </p:spPr>
      </p:pic>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au">
  <p:cSld name="Tableau">
    <p:spTree>
      <p:nvGrpSpPr>
        <p:cNvPr id="1" name="Shape 122"/>
        <p:cNvGrpSpPr/>
        <p:nvPr/>
      </p:nvGrpSpPr>
      <p:grpSpPr>
        <a:xfrm>
          <a:off x="0" y="0"/>
          <a:ext cx="0" cy="0"/>
          <a:chOff x="0" y="0"/>
          <a:chExt cx="0" cy="0"/>
        </a:xfrm>
      </p:grpSpPr>
      <p:sp>
        <p:nvSpPr>
          <p:cNvPr id="123" name="Google Shape;123;p20" title="Tableau"/>
          <p:cNvSpPr>
            <a:spLocks noGrp="1"/>
          </p:cNvSpPr>
          <p:nvPr>
            <p:ph type="tbl" idx="2"/>
          </p:nvPr>
        </p:nvSpPr>
        <p:spPr>
          <a:xfrm>
            <a:off x="398533" y="1998602"/>
            <a:ext cx="8245031" cy="2574885"/>
          </a:xfrm>
          <a:prstGeom prst="rect">
            <a:avLst/>
          </a:prstGeom>
          <a:noFill/>
          <a:ln>
            <a:noFill/>
          </a:ln>
        </p:spPr>
        <p:txBody>
          <a:bodyPr spcFirstLastPara="1" wrap="square" lIns="68550" tIns="34275" rIns="68550" bIns="34275" anchor="t" anchorCtr="0">
            <a:noAutofit/>
          </a:bodyPr>
          <a:lstStyle>
            <a:lvl1pPr marR="0" lvl="0" algn="ctr" rtl="0">
              <a:spcBef>
                <a:spcPts val="0"/>
              </a:spcBef>
              <a:spcAft>
                <a:spcPts val="0"/>
              </a:spcAft>
              <a:buClr>
                <a:schemeClr val="dk1"/>
              </a:buClr>
              <a:buSzPts val="1500"/>
              <a:buFont typeface="Calibri"/>
              <a:buNone/>
              <a:defRPr sz="15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grpSp>
        <p:nvGrpSpPr>
          <p:cNvPr id="124" name="Google Shape;124;p20"/>
          <p:cNvGrpSpPr/>
          <p:nvPr/>
        </p:nvGrpSpPr>
        <p:grpSpPr>
          <a:xfrm flipH="1">
            <a:off x="5670996" y="0"/>
            <a:ext cx="3572983" cy="2655755"/>
            <a:chOff x="-124265" y="-2"/>
            <a:chExt cx="4763978" cy="3367272"/>
          </a:xfrm>
        </p:grpSpPr>
        <p:sp>
          <p:nvSpPr>
            <p:cNvPr id="125" name="Google Shape;125;p20"/>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26" name="Google Shape;126;p20"/>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27" name="Google Shape;127;p20"/>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28" name="Google Shape;128;p20"/>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29" name="Google Shape;129;p20" title="Sous-titre"/>
          <p:cNvSpPr txBox="1">
            <a:spLocks noGrp="1"/>
          </p:cNvSpPr>
          <p:nvPr>
            <p:ph type="body" idx="1"/>
          </p:nvPr>
        </p:nvSpPr>
        <p:spPr>
          <a:xfrm>
            <a:off x="390370" y="1032699"/>
            <a:ext cx="5526447"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30" name="Google Shape;130;p20"/>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1" name="Google Shape;131;p20"/>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32" name="Google Shape;132;p20"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Grande photo">
  <p:cSld name="Grande photo">
    <p:spTree>
      <p:nvGrpSpPr>
        <p:cNvPr id="1" name="Shape 133"/>
        <p:cNvGrpSpPr/>
        <p:nvPr/>
      </p:nvGrpSpPr>
      <p:grpSpPr>
        <a:xfrm>
          <a:off x="0" y="0"/>
          <a:ext cx="0" cy="0"/>
          <a:chOff x="0" y="0"/>
          <a:chExt cx="0" cy="0"/>
        </a:xfrm>
      </p:grpSpPr>
      <p:sp>
        <p:nvSpPr>
          <p:cNvPr id="134" name="Google Shape;134;p21"/>
          <p:cNvSpPr/>
          <p:nvPr/>
        </p:nvSpPr>
        <p:spPr>
          <a:xfrm rot="10800000" flipH="1">
            <a:off x="0" y="-4"/>
            <a:ext cx="8810625" cy="4724402"/>
          </a:xfrm>
          <a:prstGeom prst="rtTriangle">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35" name="Google Shape;135;p21" title="Image"/>
          <p:cNvSpPr>
            <a:spLocks noGrp="1"/>
          </p:cNvSpPr>
          <p:nvPr>
            <p:ph type="pic" idx="2"/>
          </p:nvPr>
        </p:nvSpPr>
        <p:spPr>
          <a:xfrm>
            <a:off x="269422" y="244928"/>
            <a:ext cx="8605156" cy="4653644"/>
          </a:xfrm>
          <a:prstGeom prst="rect">
            <a:avLst/>
          </a:prstGeom>
          <a:solidFill>
            <a:srgbClr val="D8D8D8"/>
          </a:solidFill>
          <a:ln>
            <a:noFill/>
          </a:ln>
        </p:spPr>
      </p:sp>
      <p:cxnSp>
        <p:nvCxnSpPr>
          <p:cNvPr id="136" name="Google Shape;136;p21"/>
          <p:cNvCxnSpPr/>
          <p:nvPr/>
        </p:nvCxnSpPr>
        <p:spPr>
          <a:xfrm rot="10800000" flipH="1">
            <a:off x="0" y="4008665"/>
            <a:ext cx="1771650" cy="930729"/>
          </a:xfrm>
          <a:prstGeom prst="straightConnector1">
            <a:avLst/>
          </a:prstGeom>
          <a:noFill/>
          <a:ln w="9525" cap="flat" cmpd="sng">
            <a:solidFill>
              <a:srgbClr val="7F7F7F"/>
            </a:solidFill>
            <a:prstDash val="solid"/>
            <a:miter lim="800000"/>
            <a:headEnd type="none" w="sm" len="sm"/>
            <a:tailEnd type="none" w="sm" len="sm"/>
          </a:ln>
        </p:spPr>
      </p:cxnSp>
      <p:sp>
        <p:nvSpPr>
          <p:cNvPr id="137" name="Google Shape;137;p21" title="Titre "/>
          <p:cNvSpPr txBox="1">
            <a:spLocks noGrp="1"/>
          </p:cNvSpPr>
          <p:nvPr>
            <p:ph type="title"/>
          </p:nvPr>
        </p:nvSpPr>
        <p:spPr>
          <a:xfrm>
            <a:off x="269422" y="419101"/>
            <a:ext cx="6249917" cy="704849"/>
          </a:xfrm>
          <a:prstGeom prst="rect">
            <a:avLst/>
          </a:prstGeom>
          <a:solidFill>
            <a:schemeClr val="lt1">
              <a:alpha val="89803"/>
            </a:schemeClr>
          </a:solidFill>
          <a:ln>
            <a:noFill/>
          </a:ln>
        </p:spPr>
        <p:txBody>
          <a:bodyPr spcFirstLastPara="1" wrap="square" lIns="216000" tIns="34275" rIns="68575" bIns="0" anchor="ctr" anchorCtr="0">
            <a:normAutofit/>
          </a:bodyPr>
          <a:lstStyle>
            <a:lvl1pPr lvl="0" algn="l">
              <a:lnSpc>
                <a:spcPct val="90000"/>
              </a:lnSpc>
              <a:spcBef>
                <a:spcPts val="0"/>
              </a:spcBef>
              <a:spcAft>
                <a:spcPts val="0"/>
              </a:spcAft>
              <a:buClr>
                <a:schemeClr val="dk1"/>
              </a:buClr>
              <a:buSzPts val="2700"/>
              <a:buFont typeface="Calibri"/>
              <a:buNone/>
              <a:defRPr sz="2700" b="1">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erci">
  <p:cSld name="Merci">
    <p:spTree>
      <p:nvGrpSpPr>
        <p:cNvPr id="1" name="Shape 138"/>
        <p:cNvGrpSpPr/>
        <p:nvPr/>
      </p:nvGrpSpPr>
      <p:grpSpPr>
        <a:xfrm>
          <a:off x="0" y="0"/>
          <a:ext cx="0" cy="0"/>
          <a:chOff x="0" y="0"/>
          <a:chExt cx="0" cy="0"/>
        </a:xfrm>
      </p:grpSpPr>
      <p:sp>
        <p:nvSpPr>
          <p:cNvPr id="139" name="Google Shape;139;p22"/>
          <p:cNvSpPr txBox="1">
            <a:spLocks noGrp="1"/>
          </p:cNvSpPr>
          <p:nvPr>
            <p:ph type="body" idx="1"/>
          </p:nvPr>
        </p:nvSpPr>
        <p:spPr>
          <a:xfrm>
            <a:off x="5117197" y="2595872"/>
            <a:ext cx="2584336" cy="216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0" name="Google Shape;140;p22"/>
          <p:cNvSpPr txBox="1">
            <a:spLocks noGrp="1"/>
          </p:cNvSpPr>
          <p:nvPr>
            <p:ph type="body" idx="2"/>
          </p:nvPr>
        </p:nvSpPr>
        <p:spPr>
          <a:xfrm>
            <a:off x="5117197" y="2879588"/>
            <a:ext cx="2584336" cy="216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1" name="Google Shape;141;p22"/>
          <p:cNvSpPr txBox="1">
            <a:spLocks noGrp="1"/>
          </p:cNvSpPr>
          <p:nvPr>
            <p:ph type="body" idx="3"/>
          </p:nvPr>
        </p:nvSpPr>
        <p:spPr>
          <a:xfrm>
            <a:off x="5117196" y="3162502"/>
            <a:ext cx="2584337" cy="216803"/>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2" name="Google Shape;142;p22"/>
          <p:cNvSpPr txBox="1">
            <a:spLocks noGrp="1"/>
          </p:cNvSpPr>
          <p:nvPr>
            <p:ph type="body" idx="4"/>
          </p:nvPr>
        </p:nvSpPr>
        <p:spPr>
          <a:xfrm>
            <a:off x="5117197" y="3446218"/>
            <a:ext cx="2584336" cy="216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3" name="Google Shape;143;p22"/>
          <p:cNvSpPr/>
          <p:nvPr/>
        </p:nvSpPr>
        <p:spPr>
          <a:xfrm>
            <a:off x="4844204" y="2628935"/>
            <a:ext cx="194156" cy="194156"/>
          </a:xfrm>
          <a:custGeom>
            <a:avLst/>
            <a:gdLst/>
            <a:ahLst/>
            <a:cxnLst/>
            <a:rect l="l" t="t"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4" name="Google Shape;144;p22"/>
          <p:cNvSpPr/>
          <p:nvPr/>
        </p:nvSpPr>
        <p:spPr>
          <a:xfrm>
            <a:off x="4880717" y="2923490"/>
            <a:ext cx="121130" cy="222071"/>
          </a:xfrm>
          <a:custGeom>
            <a:avLst/>
            <a:gdLst/>
            <a:ahLst/>
            <a:cxnLst/>
            <a:rect l="l" t="t" r="r" b="b"/>
            <a:pathLst>
              <a:path w="21600" h="21600" extrusionOk="0">
                <a:moveTo>
                  <a:pt x="11700" y="1473"/>
                </a:moveTo>
                <a:lnTo>
                  <a:pt x="9900" y="1473"/>
                </a:lnTo>
                <a:cubicBezTo>
                  <a:pt x="9403" y="1473"/>
                  <a:pt x="9000" y="1692"/>
                  <a:pt x="9000" y="1964"/>
                </a:cubicBezTo>
                <a:cubicBezTo>
                  <a:pt x="9000" y="2235"/>
                  <a:pt x="9403" y="2455"/>
                  <a:pt x="9900" y="2455"/>
                </a:cubicBezTo>
                <a:lnTo>
                  <a:pt x="11700" y="2455"/>
                </a:lnTo>
                <a:cubicBezTo>
                  <a:pt x="12197" y="2455"/>
                  <a:pt x="12600" y="2235"/>
                  <a:pt x="12600" y="1964"/>
                </a:cubicBezTo>
                <a:cubicBezTo>
                  <a:pt x="12600" y="1692"/>
                  <a:pt x="12197" y="1473"/>
                  <a:pt x="11700" y="1473"/>
                </a:cubicBezTo>
                <a:moveTo>
                  <a:pt x="19800" y="2945"/>
                </a:moveTo>
                <a:lnTo>
                  <a:pt x="1800" y="2945"/>
                </a:lnTo>
                <a:lnTo>
                  <a:pt x="1800" y="1964"/>
                </a:lnTo>
                <a:cubicBezTo>
                  <a:pt x="1800" y="1422"/>
                  <a:pt x="2605" y="982"/>
                  <a:pt x="3600" y="982"/>
                </a:cubicBezTo>
                <a:lnTo>
                  <a:pt x="18000" y="982"/>
                </a:lnTo>
                <a:cubicBezTo>
                  <a:pt x="18993" y="982"/>
                  <a:pt x="19800" y="1422"/>
                  <a:pt x="19800" y="1964"/>
                </a:cubicBezTo>
                <a:cubicBezTo>
                  <a:pt x="19800" y="1964"/>
                  <a:pt x="19800" y="2945"/>
                  <a:pt x="19800" y="2945"/>
                </a:cubicBezTo>
                <a:close/>
                <a:moveTo>
                  <a:pt x="19800" y="17673"/>
                </a:moveTo>
                <a:lnTo>
                  <a:pt x="1800" y="17673"/>
                </a:lnTo>
                <a:lnTo>
                  <a:pt x="1800" y="3927"/>
                </a:lnTo>
                <a:lnTo>
                  <a:pt x="19800" y="3927"/>
                </a:lnTo>
                <a:cubicBezTo>
                  <a:pt x="19800" y="3927"/>
                  <a:pt x="19800" y="17673"/>
                  <a:pt x="19800" y="17673"/>
                </a:cubicBezTo>
                <a:close/>
                <a:moveTo>
                  <a:pt x="19800" y="19636"/>
                </a:moveTo>
                <a:cubicBezTo>
                  <a:pt x="19800" y="20179"/>
                  <a:pt x="18993" y="20618"/>
                  <a:pt x="18000" y="20618"/>
                </a:cubicBezTo>
                <a:lnTo>
                  <a:pt x="3600" y="20618"/>
                </a:lnTo>
                <a:cubicBezTo>
                  <a:pt x="2605" y="20618"/>
                  <a:pt x="1800" y="20179"/>
                  <a:pt x="1800" y="19636"/>
                </a:cubicBezTo>
                <a:lnTo>
                  <a:pt x="1800" y="18655"/>
                </a:lnTo>
                <a:lnTo>
                  <a:pt x="19800" y="18655"/>
                </a:lnTo>
                <a:cubicBezTo>
                  <a:pt x="19800" y="18655"/>
                  <a:pt x="19800" y="19636"/>
                  <a:pt x="19800" y="19636"/>
                </a:cubicBezTo>
                <a:close/>
                <a:moveTo>
                  <a:pt x="18000" y="0"/>
                </a:moveTo>
                <a:lnTo>
                  <a:pt x="3600" y="0"/>
                </a:lnTo>
                <a:cubicBezTo>
                  <a:pt x="1612" y="0"/>
                  <a:pt x="0" y="879"/>
                  <a:pt x="0" y="1964"/>
                </a:cubicBezTo>
                <a:lnTo>
                  <a:pt x="0" y="19636"/>
                </a:lnTo>
                <a:cubicBezTo>
                  <a:pt x="0" y="20721"/>
                  <a:pt x="1612" y="21600"/>
                  <a:pt x="3600" y="21600"/>
                </a:cubicBezTo>
                <a:lnTo>
                  <a:pt x="18000" y="21600"/>
                </a:lnTo>
                <a:cubicBezTo>
                  <a:pt x="19988" y="21600"/>
                  <a:pt x="21600" y="20721"/>
                  <a:pt x="21600" y="19636"/>
                </a:cubicBezTo>
                <a:lnTo>
                  <a:pt x="21600" y="1964"/>
                </a:lnTo>
                <a:cubicBezTo>
                  <a:pt x="21600" y="879"/>
                  <a:pt x="19988" y="0"/>
                  <a:pt x="18000" y="0"/>
                </a:cubicBezTo>
                <a:moveTo>
                  <a:pt x="10800" y="20127"/>
                </a:moveTo>
                <a:cubicBezTo>
                  <a:pt x="11297" y="20127"/>
                  <a:pt x="11700" y="19908"/>
                  <a:pt x="11700" y="19636"/>
                </a:cubicBezTo>
                <a:cubicBezTo>
                  <a:pt x="11700" y="19366"/>
                  <a:pt x="11297" y="19145"/>
                  <a:pt x="10800" y="19145"/>
                </a:cubicBezTo>
                <a:cubicBezTo>
                  <a:pt x="10303" y="19145"/>
                  <a:pt x="9900" y="19366"/>
                  <a:pt x="9900" y="19636"/>
                </a:cubicBezTo>
                <a:cubicBezTo>
                  <a:pt x="9900" y="19908"/>
                  <a:pt x="10303" y="20127"/>
                  <a:pt x="10800" y="20127"/>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5" name="Google Shape;145;p22"/>
          <p:cNvSpPr/>
          <p:nvPr/>
        </p:nvSpPr>
        <p:spPr>
          <a:xfrm>
            <a:off x="4844204" y="3245959"/>
            <a:ext cx="194156" cy="141205"/>
          </a:xfrm>
          <a:custGeom>
            <a:avLst/>
            <a:gdLst/>
            <a:ahLst/>
            <a:cxnLst/>
            <a:rect l="l" t="t"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6" name="Google Shape;146;p22"/>
          <p:cNvSpPr/>
          <p:nvPr/>
        </p:nvSpPr>
        <p:spPr>
          <a:xfrm>
            <a:off x="4853787" y="3487561"/>
            <a:ext cx="174989" cy="174989"/>
          </a:xfrm>
          <a:custGeom>
            <a:avLst/>
            <a:gdLst/>
            <a:ahLst/>
            <a:cxnLst/>
            <a:rect l="l" t="t" r="r" b="b"/>
            <a:pathLst>
              <a:path w="21600" h="21600" extrusionOk="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7" name="Google Shape;147;p22"/>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48" name="Google Shape;148;p22"/>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149" name="Google Shape;149;p22"/>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cxnSp>
        <p:nvCxnSpPr>
          <p:cNvPr id="150" name="Google Shape;150;p22"/>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151" name="Google Shape;151;p22"/>
          <p:cNvSpPr>
            <a:spLocks noGrp="1"/>
          </p:cNvSpPr>
          <p:nvPr>
            <p:ph type="pic" idx="5"/>
          </p:nvPr>
        </p:nvSpPr>
        <p:spPr>
          <a:xfrm>
            <a:off x="1262549" y="645708"/>
            <a:ext cx="3321392" cy="3852817"/>
          </a:xfrm>
          <a:prstGeom prst="rect">
            <a:avLst/>
          </a:prstGeom>
          <a:noFill/>
          <a:ln>
            <a:noFill/>
          </a:ln>
        </p:spPr>
      </p:sp>
      <p:sp>
        <p:nvSpPr>
          <p:cNvPr id="152" name="Google Shape;152;p22" title="Titre"/>
          <p:cNvSpPr txBox="1">
            <a:spLocks noGrp="1"/>
          </p:cNvSpPr>
          <p:nvPr>
            <p:ph type="ctrTitle"/>
          </p:nvPr>
        </p:nvSpPr>
        <p:spPr>
          <a:xfrm>
            <a:off x="4781791" y="1365767"/>
            <a:ext cx="3640180" cy="1212189"/>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200"/>
              <a:buFont typeface="Calibri"/>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153"/>
        <p:cNvGrpSpPr/>
        <p:nvPr/>
      </p:nvGrpSpPr>
      <p:grpSpPr>
        <a:xfrm>
          <a:off x="0" y="0"/>
          <a:ext cx="0" cy="0"/>
          <a:chOff x="0" y="0"/>
          <a:chExt cx="0" cy="0"/>
        </a:xfrm>
      </p:grpSpPr>
      <p:sp>
        <p:nvSpPr>
          <p:cNvPr id="154" name="Google Shape;154;p23"/>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55" name="Google Shape;155;p23"/>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156" name="Google Shape;156;p23"/>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157" name="Google Shape;157;p23" title="Titre"/>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200"/>
              <a:buFont typeface="Calibri"/>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8" name="Google Shape;158;p23" title="Sous-titre"/>
          <p:cNvSpPr txBox="1">
            <a:spLocks noGrp="1"/>
          </p:cNvSpPr>
          <p:nvPr>
            <p:ph type="subTitle" idx="1"/>
          </p:nvPr>
        </p:nvSpPr>
        <p:spPr>
          <a:xfrm>
            <a:off x="4781411" y="2730749"/>
            <a:ext cx="3640754" cy="943181"/>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rgbClr val="2E7A40"/>
              </a:buClr>
              <a:buSzPts val="1800"/>
              <a:buFont typeface="Arial"/>
              <a:buNone/>
              <a:defRPr sz="1800" b="0" i="0" u="none" strike="noStrike" cap="none">
                <a:solidFill>
                  <a:schemeClr val="accent6"/>
                </a:solidFill>
                <a:latin typeface="Calibri"/>
                <a:ea typeface="Calibri"/>
                <a:cs typeface="Calibri"/>
                <a:sym typeface="Calibri"/>
              </a:defRPr>
            </a:lvl1pPr>
            <a:lvl2pPr marR="0" lvl="1" algn="ctr"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4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3pPr>
            <a:lvl4pPr marR="0" lvl="3"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cxnSp>
        <p:nvCxnSpPr>
          <p:cNvPr id="159" name="Google Shape;159;p23"/>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En-tête de section">
  <p:cSld name="En-tête de section">
    <p:spTree>
      <p:nvGrpSpPr>
        <p:cNvPr id="1" name="Shape 160"/>
        <p:cNvGrpSpPr/>
        <p:nvPr/>
      </p:nvGrpSpPr>
      <p:grpSpPr>
        <a:xfrm>
          <a:off x="0" y="0"/>
          <a:ext cx="0" cy="0"/>
          <a:chOff x="0" y="0"/>
          <a:chExt cx="0" cy="0"/>
        </a:xfrm>
      </p:grpSpPr>
      <p:sp>
        <p:nvSpPr>
          <p:cNvPr id="161" name="Google Shape;161;p24"/>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62" name="Google Shape;162;p24"/>
          <p:cNvSpPr/>
          <p:nvPr/>
        </p:nvSpPr>
        <p:spPr>
          <a:xfrm rot="-1641210">
            <a:off x="-477993" y="2691132"/>
            <a:ext cx="2895122" cy="1310214"/>
          </a:xfrm>
          <a:prstGeom prst="parallelogram">
            <a:avLst>
              <a:gd name="adj" fmla="val 53218"/>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63" name="Google Shape;163;p24"/>
          <p:cNvCxnSpPr/>
          <p:nvPr/>
        </p:nvCxnSpPr>
        <p:spPr>
          <a:xfrm rot="10800000" flipH="1">
            <a:off x="0" y="757568"/>
            <a:ext cx="1338943" cy="680629"/>
          </a:xfrm>
          <a:prstGeom prst="straightConnector1">
            <a:avLst/>
          </a:prstGeom>
          <a:noFill/>
          <a:ln w="9525" cap="flat" cmpd="sng">
            <a:solidFill>
              <a:srgbClr val="A5A5A5"/>
            </a:solidFill>
            <a:prstDash val="solid"/>
            <a:miter lim="800000"/>
            <a:headEnd type="none" w="sm" len="sm"/>
            <a:tailEnd type="none" w="sm" len="sm"/>
          </a:ln>
        </p:spPr>
      </p:cxnSp>
      <p:sp>
        <p:nvSpPr>
          <p:cNvPr id="164" name="Google Shape;164;p24" title="Titre"/>
          <p:cNvSpPr txBox="1">
            <a:spLocks noGrp="1"/>
          </p:cNvSpPr>
          <p:nvPr>
            <p:ph type="title"/>
          </p:nvPr>
        </p:nvSpPr>
        <p:spPr>
          <a:xfrm>
            <a:off x="4712882" y="1490565"/>
            <a:ext cx="3683725" cy="1342391"/>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000"/>
              <a:buFont typeface="Calibri"/>
              <a:buNone/>
              <a:defRPr sz="3000" b="1">
                <a:solidFill>
                  <a:schemeClr val="accent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65" name="Google Shape;165;p24" title="Sous-titre"/>
          <p:cNvSpPr txBox="1">
            <a:spLocks noGrp="1"/>
          </p:cNvSpPr>
          <p:nvPr>
            <p:ph type="body" idx="1"/>
          </p:nvPr>
        </p:nvSpPr>
        <p:spPr>
          <a:xfrm>
            <a:off x="4712882" y="2844035"/>
            <a:ext cx="3683725" cy="682935"/>
          </a:xfrm>
          <a:prstGeom prst="rect">
            <a:avLst/>
          </a:prstGeom>
          <a:noFill/>
          <a:ln>
            <a:noFill/>
          </a:ln>
        </p:spPr>
        <p:txBody>
          <a:bodyPr spcFirstLastPara="1" wrap="square" lIns="68575" tIns="34275" rIns="68575" bIns="34275" anchor="t" anchorCtr="0">
            <a:norm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rgbClr val="909090"/>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0" i="0" u="none" strike="noStrike" cap="none">
                <a:solidFill>
                  <a:srgbClr val="909090"/>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5pPr>
            <a:lvl6pPr marL="2743200" marR="0" lvl="5"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6pPr>
            <a:lvl7pPr marL="3200400" marR="0" lvl="6"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7pPr>
            <a:lvl8pPr marL="3657600" marR="0" lvl="7"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8pPr>
            <a:lvl9pPr marL="4114800" marR="0" lvl="8"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9pPr>
          </a:lstStyle>
          <a:p>
            <a:endParaRPr/>
          </a:p>
        </p:txBody>
      </p:sp>
      <p:cxnSp>
        <p:nvCxnSpPr>
          <p:cNvPr id="166" name="Google Shape;166;p24"/>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167" name="Google Shape;167;p24"/>
          <p:cNvSpPr/>
          <p:nvPr/>
        </p:nvSpPr>
        <p:spPr>
          <a:xfrm>
            <a:off x="5815584" y="0"/>
            <a:ext cx="1693926" cy="557114"/>
          </a:xfrm>
          <a:prstGeom prst="parallelogram">
            <a:avLst>
              <a:gd name="adj" fmla="val 195850"/>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68" name="Google Shape;168;p24"/>
          <p:cNvCxnSpPr/>
          <p:nvPr/>
        </p:nvCxnSpPr>
        <p:spPr>
          <a:xfrm rot="10800000" flipH="1">
            <a:off x="0" y="306422"/>
            <a:ext cx="4946515" cy="2552361"/>
          </a:xfrm>
          <a:prstGeom prst="straightConnector1">
            <a:avLst/>
          </a:prstGeom>
          <a:noFill/>
          <a:ln w="9525" cap="flat" cmpd="sng">
            <a:solidFill>
              <a:srgbClr val="A5A5A5"/>
            </a:solidFill>
            <a:prstDash val="solid"/>
            <a:miter lim="800000"/>
            <a:headEnd type="none" w="sm" len="sm"/>
            <a:tailEnd type="none" w="sm" len="sm"/>
          </a:ln>
        </p:spPr>
      </p:cxnSp>
      <p:cxnSp>
        <p:nvCxnSpPr>
          <p:cNvPr id="169" name="Google Shape;169;p24"/>
          <p:cNvCxnSpPr/>
          <p:nvPr/>
        </p:nvCxnSpPr>
        <p:spPr>
          <a:xfrm rot="10800000" flipH="1">
            <a:off x="-13378" y="3950208"/>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170" name="Google Shape;170;p24"/>
          <p:cNvSpPr/>
          <p:nvPr/>
        </p:nvSpPr>
        <p:spPr>
          <a:xfrm rot="-1641210">
            <a:off x="-104276" y="2555284"/>
            <a:ext cx="1078799" cy="177435"/>
          </a:xfrm>
          <a:prstGeom prst="parallelogram">
            <a:avLst>
              <a:gd name="adj" fmla="val 53218"/>
            </a:avLst>
          </a:prstGeom>
          <a:solidFill>
            <a:schemeClr val="l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37">
          <p15:clr>
            <a:srgbClr val="FBAE40"/>
          </p15:clr>
        </p15:guide>
        <p15:guide id="2" pos="2880">
          <p15:clr>
            <a:srgbClr val="FBAE40"/>
          </p15:clr>
        </p15:guide>
        <p15:guide id="3" pos="107">
          <p15:clr>
            <a:srgbClr val="FBAE40"/>
          </p15:clr>
        </p15:guide>
        <p15:guide id="4" orient="horz" pos="3127">
          <p15:clr>
            <a:srgbClr val="FBAE40"/>
          </p15:clr>
        </p15:guide>
        <p15:guide id="5" pos="5653">
          <p15:clr>
            <a:srgbClr val="FBAE40"/>
          </p15:clr>
        </p15:guide>
        <p15:guide id="6" orient="horz" pos="10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contenu">
  <p:cSld name="Titre et contenu">
    <p:spTree>
      <p:nvGrpSpPr>
        <p:cNvPr id="1" name="Shape 171"/>
        <p:cNvGrpSpPr/>
        <p:nvPr/>
      </p:nvGrpSpPr>
      <p:grpSpPr>
        <a:xfrm>
          <a:off x="0" y="0"/>
          <a:ext cx="0" cy="0"/>
          <a:chOff x="0" y="0"/>
          <a:chExt cx="0" cy="0"/>
        </a:xfrm>
      </p:grpSpPr>
      <p:cxnSp>
        <p:nvCxnSpPr>
          <p:cNvPr id="172" name="Google Shape;172;p25"/>
          <p:cNvCxnSpPr/>
          <p:nvPr/>
        </p:nvCxnSpPr>
        <p:spPr>
          <a:xfrm rot="10800000">
            <a:off x="-6935" y="2725475"/>
            <a:ext cx="1434464" cy="1179742"/>
          </a:xfrm>
          <a:prstGeom prst="straightConnector1">
            <a:avLst/>
          </a:prstGeom>
          <a:noFill/>
          <a:ln w="9525" cap="flat" cmpd="sng">
            <a:solidFill>
              <a:schemeClr val="accent2"/>
            </a:solidFill>
            <a:prstDash val="solid"/>
            <a:miter lim="800000"/>
            <a:headEnd type="none" w="sm" len="sm"/>
            <a:tailEnd type="none" w="sm" len="sm"/>
          </a:ln>
        </p:spPr>
      </p:cxnSp>
      <p:grpSp>
        <p:nvGrpSpPr>
          <p:cNvPr id="173" name="Google Shape;173;p25"/>
          <p:cNvGrpSpPr/>
          <p:nvPr/>
        </p:nvGrpSpPr>
        <p:grpSpPr>
          <a:xfrm flipH="1">
            <a:off x="5670996" y="0"/>
            <a:ext cx="3572983" cy="2655755"/>
            <a:chOff x="-124265" y="-2"/>
            <a:chExt cx="4763978" cy="3367272"/>
          </a:xfrm>
        </p:grpSpPr>
        <p:sp>
          <p:nvSpPr>
            <p:cNvPr id="174" name="Google Shape;174;p25"/>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75" name="Google Shape;175;p25"/>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76" name="Google Shape;176;p25"/>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77" name="Google Shape;177;p25"/>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6"/>
                </a:solidFill>
                <a:latin typeface="Arial Black"/>
                <a:ea typeface="Arial Black"/>
                <a:cs typeface="Arial Black"/>
                <a:sym typeface="Arial Black"/>
              </a:rPr>
              <a:t>FR</a:t>
            </a:r>
            <a:endParaRPr sz="1100"/>
          </a:p>
        </p:txBody>
      </p:sp>
      <p:sp>
        <p:nvSpPr>
          <p:cNvPr id="178" name="Google Shape;178;p25"/>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79" name="Google Shape;179;p25"/>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0" name="Google Shape;180;p25"/>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81" name="Google Shape;181;p25"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2" name="Google Shape;182;p25"/>
          <p:cNvSpPr txBox="1">
            <a:spLocks noGrp="1"/>
          </p:cNvSpPr>
          <p:nvPr>
            <p:ph type="body" idx="1"/>
          </p:nvPr>
        </p:nvSpPr>
        <p:spPr>
          <a:xfrm>
            <a:off x="389008" y="1253943"/>
            <a:ext cx="8126342" cy="3378779"/>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ux contenus">
  <p:cSld name="Deux contenus">
    <p:spTree>
      <p:nvGrpSpPr>
        <p:cNvPr id="1" name="Shape 183"/>
        <p:cNvGrpSpPr/>
        <p:nvPr/>
      </p:nvGrpSpPr>
      <p:grpSpPr>
        <a:xfrm>
          <a:off x="0" y="0"/>
          <a:ext cx="0" cy="0"/>
          <a:chOff x="0" y="0"/>
          <a:chExt cx="0" cy="0"/>
        </a:xfrm>
      </p:grpSpPr>
      <p:cxnSp>
        <p:nvCxnSpPr>
          <p:cNvPr id="184" name="Google Shape;184;p26"/>
          <p:cNvCxnSpPr/>
          <p:nvPr/>
        </p:nvCxnSpPr>
        <p:spPr>
          <a:xfrm rot="10800000">
            <a:off x="-6935" y="2725475"/>
            <a:ext cx="1434464" cy="1179742"/>
          </a:xfrm>
          <a:prstGeom prst="straightConnector1">
            <a:avLst/>
          </a:prstGeom>
          <a:noFill/>
          <a:ln w="9525" cap="flat" cmpd="sng">
            <a:solidFill>
              <a:schemeClr val="accent2"/>
            </a:solidFill>
            <a:prstDash val="solid"/>
            <a:miter lim="800000"/>
            <a:headEnd type="none" w="sm" len="sm"/>
            <a:tailEnd type="none" w="sm" len="sm"/>
          </a:ln>
        </p:spPr>
      </p:cxnSp>
      <p:grpSp>
        <p:nvGrpSpPr>
          <p:cNvPr id="185" name="Google Shape;185;p26"/>
          <p:cNvGrpSpPr/>
          <p:nvPr/>
        </p:nvGrpSpPr>
        <p:grpSpPr>
          <a:xfrm flipH="1">
            <a:off x="5670996" y="0"/>
            <a:ext cx="3572983" cy="2655755"/>
            <a:chOff x="-124265" y="-2"/>
            <a:chExt cx="4763978" cy="3367272"/>
          </a:xfrm>
        </p:grpSpPr>
        <p:sp>
          <p:nvSpPr>
            <p:cNvPr id="186" name="Google Shape;186;p26"/>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87" name="Google Shape;187;p26"/>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88" name="Google Shape;188;p26"/>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89" name="Google Shape;189;p26"/>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6"/>
                </a:solidFill>
                <a:latin typeface="Arial Black"/>
                <a:ea typeface="Arial Black"/>
                <a:cs typeface="Arial Black"/>
                <a:sym typeface="Arial Black"/>
              </a:rPr>
              <a:t>FR</a:t>
            </a:r>
            <a:endParaRPr sz="1100"/>
          </a:p>
        </p:txBody>
      </p:sp>
      <p:sp>
        <p:nvSpPr>
          <p:cNvPr id="190" name="Google Shape;190;p26"/>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91" name="Google Shape;191;p26"/>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2" name="Google Shape;192;p26"/>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93" name="Google Shape;193;p26"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4" name="Google Shape;194;p26"/>
          <p:cNvSpPr txBox="1">
            <a:spLocks noGrp="1"/>
          </p:cNvSpPr>
          <p:nvPr>
            <p:ph type="body" idx="1"/>
          </p:nvPr>
        </p:nvSpPr>
        <p:spPr>
          <a:xfrm>
            <a:off x="397265" y="1238283"/>
            <a:ext cx="3886200" cy="3394439"/>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95" name="Google Shape;195;p26"/>
          <p:cNvSpPr txBox="1">
            <a:spLocks noGrp="1"/>
          </p:cNvSpPr>
          <p:nvPr>
            <p:ph type="body" idx="2"/>
          </p:nvPr>
        </p:nvSpPr>
        <p:spPr>
          <a:xfrm>
            <a:off x="4629150" y="1238283"/>
            <a:ext cx="3886200" cy="3394439"/>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aison">
  <p:cSld name="Comparaison">
    <p:spTree>
      <p:nvGrpSpPr>
        <p:cNvPr id="1" name="Shape 196"/>
        <p:cNvGrpSpPr/>
        <p:nvPr/>
      </p:nvGrpSpPr>
      <p:grpSpPr>
        <a:xfrm>
          <a:off x="0" y="0"/>
          <a:ext cx="0" cy="0"/>
          <a:chOff x="0" y="0"/>
          <a:chExt cx="0" cy="0"/>
        </a:xfrm>
      </p:grpSpPr>
      <p:cxnSp>
        <p:nvCxnSpPr>
          <p:cNvPr id="197" name="Google Shape;197;p27"/>
          <p:cNvCxnSpPr/>
          <p:nvPr/>
        </p:nvCxnSpPr>
        <p:spPr>
          <a:xfrm rot="10800000">
            <a:off x="-6935" y="2725475"/>
            <a:ext cx="1434464" cy="1179742"/>
          </a:xfrm>
          <a:prstGeom prst="straightConnector1">
            <a:avLst/>
          </a:prstGeom>
          <a:noFill/>
          <a:ln w="9525" cap="flat" cmpd="sng">
            <a:solidFill>
              <a:schemeClr val="accent2"/>
            </a:solidFill>
            <a:prstDash val="solid"/>
            <a:miter lim="800000"/>
            <a:headEnd type="none" w="sm" len="sm"/>
            <a:tailEnd type="none" w="sm" len="sm"/>
          </a:ln>
        </p:spPr>
      </p:cxnSp>
      <p:grpSp>
        <p:nvGrpSpPr>
          <p:cNvPr id="198" name="Google Shape;198;p27"/>
          <p:cNvGrpSpPr/>
          <p:nvPr/>
        </p:nvGrpSpPr>
        <p:grpSpPr>
          <a:xfrm flipH="1">
            <a:off x="5670996" y="0"/>
            <a:ext cx="3572983" cy="2655755"/>
            <a:chOff x="-124265" y="-2"/>
            <a:chExt cx="4763978" cy="3367272"/>
          </a:xfrm>
        </p:grpSpPr>
        <p:sp>
          <p:nvSpPr>
            <p:cNvPr id="199" name="Google Shape;199;p27"/>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200" name="Google Shape;200;p27"/>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201" name="Google Shape;201;p27"/>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202" name="Google Shape;202;p27"/>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6"/>
                </a:solidFill>
                <a:latin typeface="Arial Black"/>
                <a:ea typeface="Arial Black"/>
                <a:cs typeface="Arial Black"/>
                <a:sym typeface="Arial Black"/>
              </a:rPr>
              <a:t>FR</a:t>
            </a:r>
            <a:endParaRPr sz="1100"/>
          </a:p>
        </p:txBody>
      </p:sp>
      <p:sp>
        <p:nvSpPr>
          <p:cNvPr id="203" name="Google Shape;203;p27"/>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04" name="Google Shape;204;p27"/>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5" name="Google Shape;205;p27"/>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206" name="Google Shape;206;p27"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7" name="Google Shape;207;p27"/>
          <p:cNvSpPr txBox="1">
            <a:spLocks noGrp="1"/>
          </p:cNvSpPr>
          <p:nvPr>
            <p:ph type="body" idx="1"/>
          </p:nvPr>
        </p:nvSpPr>
        <p:spPr>
          <a:xfrm>
            <a:off x="389008" y="1260872"/>
            <a:ext cx="4036876" cy="6179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90000"/>
              </a:lnSpc>
              <a:spcBef>
                <a:spcPts val="800"/>
              </a:spcBef>
              <a:spcAft>
                <a:spcPts val="0"/>
              </a:spcAft>
              <a:buClr>
                <a:srgbClr val="2E7A40"/>
              </a:buClr>
              <a:buSzPts val="1800"/>
              <a:buFont typeface="Arial"/>
              <a:buNone/>
              <a:defRPr sz="1800" b="1" i="0" u="none" strike="noStrike" cap="none">
                <a:solidFill>
                  <a:schemeClr val="accent6"/>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208" name="Google Shape;208;p27"/>
          <p:cNvSpPr txBox="1">
            <a:spLocks noGrp="1"/>
          </p:cNvSpPr>
          <p:nvPr>
            <p:ph type="body" idx="2"/>
          </p:nvPr>
        </p:nvSpPr>
        <p:spPr>
          <a:xfrm>
            <a:off x="4629150" y="1260872"/>
            <a:ext cx="3887391" cy="6179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90000"/>
              </a:lnSpc>
              <a:spcBef>
                <a:spcPts val="800"/>
              </a:spcBef>
              <a:spcAft>
                <a:spcPts val="0"/>
              </a:spcAft>
              <a:buClr>
                <a:srgbClr val="2E7A40"/>
              </a:buClr>
              <a:buSzPts val="1800"/>
              <a:buFont typeface="Arial"/>
              <a:buNone/>
              <a:defRPr sz="1800" b="1"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209" name="Google Shape;209;p27"/>
          <p:cNvSpPr txBox="1">
            <a:spLocks noGrp="1"/>
          </p:cNvSpPr>
          <p:nvPr>
            <p:ph type="body" idx="3"/>
          </p:nvPr>
        </p:nvSpPr>
        <p:spPr>
          <a:xfrm>
            <a:off x="4629150" y="1878806"/>
            <a:ext cx="3887391" cy="2763441"/>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210" name="Google Shape;210;p27"/>
          <p:cNvSpPr txBox="1">
            <a:spLocks noGrp="1"/>
          </p:cNvSpPr>
          <p:nvPr>
            <p:ph type="body" idx="4"/>
          </p:nvPr>
        </p:nvSpPr>
        <p:spPr>
          <a:xfrm>
            <a:off x="389008" y="1878806"/>
            <a:ext cx="4043812" cy="2763441"/>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u avec légende">
  <p:cSld name="Contenu avec légende">
    <p:spTree>
      <p:nvGrpSpPr>
        <p:cNvPr id="1" name="Shape 211"/>
        <p:cNvGrpSpPr/>
        <p:nvPr/>
      </p:nvGrpSpPr>
      <p:grpSpPr>
        <a:xfrm>
          <a:off x="0" y="0"/>
          <a:ext cx="0" cy="0"/>
          <a:chOff x="0" y="0"/>
          <a:chExt cx="0" cy="0"/>
        </a:xfrm>
      </p:grpSpPr>
      <p:sp>
        <p:nvSpPr>
          <p:cNvPr id="212" name="Google Shape;212;p28"/>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213" name="Google Shape;213;p28"/>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214" name="Google Shape;214;p28"/>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215" name="Google Shape;215;p28" title="Titre"/>
          <p:cNvSpPr txBox="1">
            <a:spLocks noGrp="1"/>
          </p:cNvSpPr>
          <p:nvPr>
            <p:ph type="ctrTitle"/>
          </p:nvPr>
        </p:nvSpPr>
        <p:spPr>
          <a:xfrm>
            <a:off x="539377" y="3280527"/>
            <a:ext cx="3983637" cy="995273"/>
          </a:xfrm>
          <a:prstGeom prst="rect">
            <a:avLst/>
          </a:prstGeom>
          <a:noFill/>
          <a:ln>
            <a:noFill/>
          </a:ln>
        </p:spPr>
        <p:txBody>
          <a:bodyPr spcFirstLastPara="1" wrap="square" lIns="68575" tIns="34275" rIns="68575" bIns="0" anchor="b" anchorCtr="0">
            <a:normAutofit/>
          </a:bodyPr>
          <a:lstStyle>
            <a:lvl1pPr lvl="0" algn="r">
              <a:lnSpc>
                <a:spcPct val="90000"/>
              </a:lnSpc>
              <a:spcBef>
                <a:spcPts val="0"/>
              </a:spcBef>
              <a:spcAft>
                <a:spcPts val="0"/>
              </a:spcAft>
              <a:buClr>
                <a:schemeClr val="accent1"/>
              </a:buClr>
              <a:buSzPts val="3200"/>
              <a:buFont typeface="Arial"/>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216" name="Google Shape;216;p28"/>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217" name="Google Shape;217;p28"/>
          <p:cNvSpPr txBox="1">
            <a:spLocks noGrp="1"/>
          </p:cNvSpPr>
          <p:nvPr>
            <p:ph type="body" idx="1"/>
          </p:nvPr>
        </p:nvSpPr>
        <p:spPr>
          <a:xfrm>
            <a:off x="539377" y="4275802"/>
            <a:ext cx="3983637" cy="698629"/>
          </a:xfrm>
          <a:prstGeom prst="rect">
            <a:avLst/>
          </a:prstGeom>
          <a:noFill/>
          <a:ln>
            <a:noFill/>
          </a:ln>
        </p:spPr>
        <p:txBody>
          <a:bodyPr spcFirstLastPara="1" wrap="square" lIns="68575" tIns="34275" rIns="68575" bIns="34275" anchor="t" anchorCtr="0">
            <a:noAutofit/>
          </a:bodyPr>
          <a:lstStyle>
            <a:lvl1pPr marL="457200" marR="0" lvl="0" indent="-228600" algn="r" rtl="0">
              <a:lnSpc>
                <a:spcPct val="90000"/>
              </a:lnSpc>
              <a:spcBef>
                <a:spcPts val="800"/>
              </a:spcBef>
              <a:spcAft>
                <a:spcPts val="0"/>
              </a:spcAft>
              <a:buClr>
                <a:srgbClr val="2E7A40"/>
              </a:buClr>
              <a:buSzPts val="1200"/>
              <a:buFont typeface="Arial"/>
              <a:buNone/>
              <a:defRPr sz="12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100"/>
              <a:buFont typeface="Arial"/>
              <a:buNone/>
              <a:defRPr sz="11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9pPr>
          </a:lstStyle>
          <a:p>
            <a:endParaRPr/>
          </a:p>
        </p:txBody>
      </p:sp>
      <p:sp>
        <p:nvSpPr>
          <p:cNvPr id="218" name="Google Shape;218;p28"/>
          <p:cNvSpPr txBox="1">
            <a:spLocks noGrp="1"/>
          </p:cNvSpPr>
          <p:nvPr>
            <p:ph type="body" idx="2"/>
          </p:nvPr>
        </p:nvSpPr>
        <p:spPr>
          <a:xfrm>
            <a:off x="4620987" y="1718035"/>
            <a:ext cx="4352754" cy="3256397"/>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 avec légende">
  <p:cSld name="Image avec légende">
    <p:spTree>
      <p:nvGrpSpPr>
        <p:cNvPr id="1" name="Shape 219"/>
        <p:cNvGrpSpPr/>
        <p:nvPr/>
      </p:nvGrpSpPr>
      <p:grpSpPr>
        <a:xfrm>
          <a:off x="0" y="0"/>
          <a:ext cx="0" cy="0"/>
          <a:chOff x="0" y="0"/>
          <a:chExt cx="0" cy="0"/>
        </a:xfrm>
      </p:grpSpPr>
      <p:sp>
        <p:nvSpPr>
          <p:cNvPr id="220" name="Google Shape;220;p29"/>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221" name="Google Shape;221;p29"/>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222" name="Google Shape;222;p29"/>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223" name="Google Shape;223;p29" title="Titre"/>
          <p:cNvSpPr txBox="1">
            <a:spLocks noGrp="1"/>
          </p:cNvSpPr>
          <p:nvPr>
            <p:ph type="ctrTitle"/>
          </p:nvPr>
        </p:nvSpPr>
        <p:spPr>
          <a:xfrm>
            <a:off x="539377" y="3280527"/>
            <a:ext cx="3983637" cy="995273"/>
          </a:xfrm>
          <a:prstGeom prst="rect">
            <a:avLst/>
          </a:prstGeom>
          <a:noFill/>
          <a:ln>
            <a:noFill/>
          </a:ln>
        </p:spPr>
        <p:txBody>
          <a:bodyPr spcFirstLastPara="1" wrap="square" lIns="68575" tIns="34275" rIns="68575" bIns="0" anchor="b" anchorCtr="0">
            <a:normAutofit/>
          </a:bodyPr>
          <a:lstStyle>
            <a:lvl1pPr lvl="0" algn="r">
              <a:lnSpc>
                <a:spcPct val="90000"/>
              </a:lnSpc>
              <a:spcBef>
                <a:spcPts val="0"/>
              </a:spcBef>
              <a:spcAft>
                <a:spcPts val="0"/>
              </a:spcAft>
              <a:buClr>
                <a:schemeClr val="accent1"/>
              </a:buClr>
              <a:buSzPts val="3200"/>
              <a:buFont typeface="Arial"/>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224" name="Google Shape;224;p29"/>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225" name="Google Shape;225;p29"/>
          <p:cNvSpPr txBox="1">
            <a:spLocks noGrp="1"/>
          </p:cNvSpPr>
          <p:nvPr>
            <p:ph type="body" idx="1"/>
          </p:nvPr>
        </p:nvSpPr>
        <p:spPr>
          <a:xfrm>
            <a:off x="539377" y="4275802"/>
            <a:ext cx="3983637" cy="698629"/>
          </a:xfrm>
          <a:prstGeom prst="rect">
            <a:avLst/>
          </a:prstGeom>
          <a:noFill/>
          <a:ln>
            <a:noFill/>
          </a:ln>
        </p:spPr>
        <p:txBody>
          <a:bodyPr spcFirstLastPara="1" wrap="square" lIns="68575" tIns="34275" rIns="68575" bIns="34275" anchor="t" anchorCtr="0">
            <a:noAutofit/>
          </a:bodyPr>
          <a:lstStyle>
            <a:lvl1pPr marL="457200" marR="0" lvl="0" indent="-228600" algn="r" rtl="0">
              <a:lnSpc>
                <a:spcPct val="90000"/>
              </a:lnSpc>
              <a:spcBef>
                <a:spcPts val="800"/>
              </a:spcBef>
              <a:spcAft>
                <a:spcPts val="0"/>
              </a:spcAft>
              <a:buClr>
                <a:srgbClr val="2E7A40"/>
              </a:buClr>
              <a:buSzPts val="1200"/>
              <a:buFont typeface="Arial"/>
              <a:buNone/>
              <a:defRPr sz="12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100"/>
              <a:buFont typeface="Arial"/>
              <a:buNone/>
              <a:defRPr sz="11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9pPr>
          </a:lstStyle>
          <a:p>
            <a:endParaRPr/>
          </a:p>
        </p:txBody>
      </p:sp>
      <p:sp>
        <p:nvSpPr>
          <p:cNvPr id="226" name="Google Shape;226;p29"/>
          <p:cNvSpPr>
            <a:spLocks noGrp="1"/>
          </p:cNvSpPr>
          <p:nvPr>
            <p:ph type="pic" idx="2"/>
          </p:nvPr>
        </p:nvSpPr>
        <p:spPr>
          <a:xfrm>
            <a:off x="4687477" y="1703895"/>
            <a:ext cx="4286263" cy="3270535"/>
          </a:xfrm>
          <a:prstGeom prst="rect">
            <a:avLst/>
          </a:prstGeom>
          <a:noFill/>
          <a:ln>
            <a:noFill/>
          </a:ln>
        </p:spPr>
      </p: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ide">
  <p:cSld name="Vide">
    <p:spTree>
      <p:nvGrpSpPr>
        <p:cNvPr id="1" name="Shape 227"/>
        <p:cNvGrpSpPr/>
        <p:nvPr/>
      </p:nvGrpSpPr>
      <p:grpSpPr>
        <a:xfrm>
          <a:off x="0" y="0"/>
          <a:ext cx="0" cy="0"/>
          <a:chOff x="0" y="0"/>
          <a:chExt cx="0" cy="0"/>
        </a:xfrm>
      </p:grpSpPr>
      <p:sp>
        <p:nvSpPr>
          <p:cNvPr id="228" name="Google Shape;228;p30"/>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1"/>
                </a:solidFill>
                <a:latin typeface="Arial Black"/>
                <a:ea typeface="Arial Black"/>
                <a:cs typeface="Arial Black"/>
                <a:sym typeface="Arial Black"/>
              </a:rPr>
              <a:t>FR</a:t>
            </a:r>
            <a:endParaRPr sz="1100"/>
          </a:p>
        </p:txBody>
      </p:sp>
      <p:grpSp>
        <p:nvGrpSpPr>
          <p:cNvPr id="229" name="Google Shape;229;p30"/>
          <p:cNvGrpSpPr/>
          <p:nvPr/>
        </p:nvGrpSpPr>
        <p:grpSpPr>
          <a:xfrm flipH="1">
            <a:off x="5670996" y="0"/>
            <a:ext cx="3572983" cy="2655755"/>
            <a:chOff x="-124265" y="-2"/>
            <a:chExt cx="4763978" cy="3367272"/>
          </a:xfrm>
        </p:grpSpPr>
        <p:sp>
          <p:nvSpPr>
            <p:cNvPr id="230" name="Google Shape;230;p30"/>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231" name="Google Shape;231;p30"/>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232" name="Google Shape;232;p30"/>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233" name="Google Shape;233;p30"/>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34" name="Google Shape;234;p30"/>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5" name="Google Shape;235;p30"/>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re uniquement">
  <p:cSld name="Titre uniquement">
    <p:spTree>
      <p:nvGrpSpPr>
        <p:cNvPr id="1" name="Shape 236"/>
        <p:cNvGrpSpPr/>
        <p:nvPr/>
      </p:nvGrpSpPr>
      <p:grpSpPr>
        <a:xfrm>
          <a:off x="0" y="0"/>
          <a:ext cx="0" cy="0"/>
          <a:chOff x="0" y="0"/>
          <a:chExt cx="0" cy="0"/>
        </a:xfrm>
      </p:grpSpPr>
      <p:sp>
        <p:nvSpPr>
          <p:cNvPr id="237" name="Google Shape;237;p31"/>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1"/>
                </a:solidFill>
                <a:latin typeface="Arial Black"/>
                <a:ea typeface="Arial Black"/>
                <a:cs typeface="Arial Black"/>
                <a:sym typeface="Arial Black"/>
              </a:rPr>
              <a:t>FR</a:t>
            </a:r>
            <a:endParaRPr sz="1100"/>
          </a:p>
        </p:txBody>
      </p:sp>
      <p:grpSp>
        <p:nvGrpSpPr>
          <p:cNvPr id="238" name="Google Shape;238;p31"/>
          <p:cNvGrpSpPr/>
          <p:nvPr/>
        </p:nvGrpSpPr>
        <p:grpSpPr>
          <a:xfrm flipH="1">
            <a:off x="5670996" y="0"/>
            <a:ext cx="3572983" cy="2655755"/>
            <a:chOff x="-124265" y="-2"/>
            <a:chExt cx="4763978" cy="3367272"/>
          </a:xfrm>
        </p:grpSpPr>
        <p:sp>
          <p:nvSpPr>
            <p:cNvPr id="239" name="Google Shape;239;p31"/>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240" name="Google Shape;240;p31"/>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241" name="Google Shape;241;p31"/>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242" name="Google Shape;242;p31"/>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43" name="Google Shape;243;p31" title="Titre "/>
          <p:cNvSpPr txBox="1">
            <a:spLocks noGrp="1"/>
          </p:cNvSpPr>
          <p:nvPr>
            <p:ph type="title"/>
          </p:nvPr>
        </p:nvSpPr>
        <p:spPr>
          <a:xfrm>
            <a:off x="389008" y="156771"/>
            <a:ext cx="6249917" cy="911674"/>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44" name="Google Shape;244;p31"/>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5" name="Google Shape;245;p31"/>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chemeClr val="lt2"/>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2" name="Google Shape;52;p13"/>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chemeClr val="lt2"/>
                </a:solidFill>
                <a:latin typeface="Calibri"/>
                <a:ea typeface="Calibri"/>
                <a:cs typeface="Calibri"/>
                <a:sym typeface="Calibri"/>
              </a:defRPr>
            </a:lvl1pPr>
            <a:lvl2pPr marL="0" marR="0" lvl="1" indent="0" algn="r" rtl="0">
              <a:spcBef>
                <a:spcPts val="0"/>
              </a:spcBef>
              <a:buNone/>
              <a:defRPr sz="900" b="0" i="0" u="none" strike="noStrike" cap="none">
                <a:solidFill>
                  <a:schemeClr val="lt2"/>
                </a:solidFill>
                <a:latin typeface="Calibri"/>
                <a:ea typeface="Calibri"/>
                <a:cs typeface="Calibri"/>
                <a:sym typeface="Calibri"/>
              </a:defRPr>
            </a:lvl2pPr>
            <a:lvl3pPr marL="0" marR="0" lvl="2" indent="0" algn="r" rtl="0">
              <a:spcBef>
                <a:spcPts val="0"/>
              </a:spcBef>
              <a:buNone/>
              <a:defRPr sz="900" b="0" i="0" u="none" strike="noStrike" cap="none">
                <a:solidFill>
                  <a:schemeClr val="lt2"/>
                </a:solidFill>
                <a:latin typeface="Calibri"/>
                <a:ea typeface="Calibri"/>
                <a:cs typeface="Calibri"/>
                <a:sym typeface="Calibri"/>
              </a:defRPr>
            </a:lvl3pPr>
            <a:lvl4pPr marL="0" marR="0" lvl="3" indent="0" algn="r" rtl="0">
              <a:spcBef>
                <a:spcPts val="0"/>
              </a:spcBef>
              <a:buNone/>
              <a:defRPr sz="900" b="0" i="0" u="none" strike="noStrike" cap="none">
                <a:solidFill>
                  <a:schemeClr val="lt2"/>
                </a:solidFill>
                <a:latin typeface="Calibri"/>
                <a:ea typeface="Calibri"/>
                <a:cs typeface="Calibri"/>
                <a:sym typeface="Calibri"/>
              </a:defRPr>
            </a:lvl4pPr>
            <a:lvl5pPr marL="0" marR="0" lvl="4" indent="0" algn="r" rtl="0">
              <a:spcBef>
                <a:spcPts val="0"/>
              </a:spcBef>
              <a:buNone/>
              <a:defRPr sz="900" b="0" i="0" u="none" strike="noStrike" cap="none">
                <a:solidFill>
                  <a:schemeClr val="lt2"/>
                </a:solidFill>
                <a:latin typeface="Calibri"/>
                <a:ea typeface="Calibri"/>
                <a:cs typeface="Calibri"/>
                <a:sym typeface="Calibri"/>
              </a:defRPr>
            </a:lvl5pPr>
            <a:lvl6pPr marL="0" marR="0" lvl="5" indent="0" algn="r" rtl="0">
              <a:spcBef>
                <a:spcPts val="0"/>
              </a:spcBef>
              <a:buNone/>
              <a:defRPr sz="900" b="0" i="0" u="none" strike="noStrike" cap="none">
                <a:solidFill>
                  <a:schemeClr val="lt2"/>
                </a:solidFill>
                <a:latin typeface="Calibri"/>
                <a:ea typeface="Calibri"/>
                <a:cs typeface="Calibri"/>
                <a:sym typeface="Calibri"/>
              </a:defRPr>
            </a:lvl6pPr>
            <a:lvl7pPr marL="0" marR="0" lvl="6" indent="0" algn="r" rtl="0">
              <a:spcBef>
                <a:spcPts val="0"/>
              </a:spcBef>
              <a:buNone/>
              <a:defRPr sz="900" b="0" i="0" u="none" strike="noStrike" cap="none">
                <a:solidFill>
                  <a:schemeClr val="lt2"/>
                </a:solidFill>
                <a:latin typeface="Calibri"/>
                <a:ea typeface="Calibri"/>
                <a:cs typeface="Calibri"/>
                <a:sym typeface="Calibri"/>
              </a:defRPr>
            </a:lvl7pPr>
            <a:lvl8pPr marL="0" marR="0" lvl="7" indent="0" algn="r" rtl="0">
              <a:spcBef>
                <a:spcPts val="0"/>
              </a:spcBef>
              <a:buNone/>
              <a:defRPr sz="900" b="0" i="0" u="none" strike="noStrike" cap="none">
                <a:solidFill>
                  <a:schemeClr val="lt2"/>
                </a:solidFill>
                <a:latin typeface="Calibri"/>
                <a:ea typeface="Calibri"/>
                <a:cs typeface="Calibri"/>
                <a:sym typeface="Calibri"/>
              </a:defRPr>
            </a:lvl8pPr>
            <a:lvl9pPr marL="0" marR="0" lvl="8" indent="0" algn="r" rtl="0">
              <a:spcBef>
                <a:spcPts val="0"/>
              </a:spcBef>
              <a:buNone/>
              <a:defRPr sz="900" b="0" i="0" u="none" strike="noStrike" cap="none">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
              <a:t>‹N°›</a:t>
            </a:fld>
            <a:endParaRPr/>
          </a:p>
        </p:txBody>
      </p:sp>
      <p:sp>
        <p:nvSpPr>
          <p:cNvPr id="53" name="Google Shape;53;p13"/>
          <p:cNvSpPr txBox="1">
            <a:spLocks noGrp="1"/>
          </p:cNvSpPr>
          <p:nvPr>
            <p:ph type="title"/>
          </p:nvPr>
        </p:nvSpPr>
        <p:spPr>
          <a:xfrm>
            <a:off x="389008" y="156772"/>
            <a:ext cx="8126342" cy="860976"/>
          </a:xfrm>
          <a:prstGeom prst="rect">
            <a:avLst/>
          </a:prstGeom>
          <a:noFill/>
          <a:ln>
            <a:noFill/>
          </a:ln>
        </p:spPr>
        <p:txBody>
          <a:bodyPr spcFirstLastPara="1" wrap="square" lIns="68575" tIns="34275" rIns="68575" bIns="0" anchor="b" anchorCtr="0">
            <a:normAutofit/>
          </a:bodyPr>
          <a:lstStyle>
            <a:lvl1pPr marR="0" lvl="0" algn="l" rtl="0">
              <a:lnSpc>
                <a:spcPct val="90000"/>
              </a:lnSpc>
              <a:spcBef>
                <a:spcPts val="0"/>
              </a:spcBef>
              <a:spcAft>
                <a:spcPts val="0"/>
              </a:spcAft>
              <a:buClr>
                <a:schemeClr val="accent1"/>
              </a:buClr>
              <a:buSzPts val="3300"/>
              <a:buFont typeface="Calibri"/>
              <a:buNone/>
              <a:defRPr sz="3300" b="1" i="0" u="none" strike="noStrike" cap="none">
                <a:solidFill>
                  <a:schemeClr val="accent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0.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0.sv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58.png"/></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8" Type="http://schemas.microsoft.com/office/2007/relationships/diagramDrawing" Target="../diagrams/drawing5.xml"/><Relationship Id="rId13" Type="http://schemas.microsoft.com/office/2007/relationships/diagramDrawing" Target="../diagrams/drawing6.xml"/><Relationship Id="rId18" Type="http://schemas.microsoft.com/office/2007/relationships/diagramDrawing" Target="../diagrams/drawing7.xml"/><Relationship Id="rId3" Type="http://schemas.openxmlformats.org/officeDocument/2006/relationships/image" Target="../media/image61.png"/><Relationship Id="rId7" Type="http://schemas.openxmlformats.org/officeDocument/2006/relationships/diagramColors" Target="../diagrams/colors5.xml"/><Relationship Id="rId12" Type="http://schemas.openxmlformats.org/officeDocument/2006/relationships/diagramColors" Target="../diagrams/colors6.xml"/><Relationship Id="rId17" Type="http://schemas.openxmlformats.org/officeDocument/2006/relationships/diagramColors" Target="../diagrams/colors7.xml"/><Relationship Id="rId2" Type="http://schemas.openxmlformats.org/officeDocument/2006/relationships/notesSlide" Target="../notesSlides/notesSlide37.xml"/><Relationship Id="rId16" Type="http://schemas.openxmlformats.org/officeDocument/2006/relationships/diagramQuickStyle" Target="../diagrams/quickStyle7.xml"/><Relationship Id="rId1" Type="http://schemas.openxmlformats.org/officeDocument/2006/relationships/slideLayout" Target="../slideLayouts/slideLayout3.xml"/><Relationship Id="rId6" Type="http://schemas.openxmlformats.org/officeDocument/2006/relationships/diagramQuickStyle" Target="../diagrams/quickStyle5.xml"/><Relationship Id="rId11" Type="http://schemas.openxmlformats.org/officeDocument/2006/relationships/diagramQuickStyle" Target="../diagrams/quickStyle6.xml"/><Relationship Id="rId5" Type="http://schemas.openxmlformats.org/officeDocument/2006/relationships/diagramLayout" Target="../diagrams/layout5.xml"/><Relationship Id="rId15" Type="http://schemas.openxmlformats.org/officeDocument/2006/relationships/diagramLayout" Target="../diagrams/layout7.xml"/><Relationship Id="rId10" Type="http://schemas.openxmlformats.org/officeDocument/2006/relationships/diagramLayout" Target="../diagrams/layout6.xml"/><Relationship Id="rId4" Type="http://schemas.openxmlformats.org/officeDocument/2006/relationships/diagramData" Target="../diagrams/data5.xml"/><Relationship Id="rId9" Type="http://schemas.openxmlformats.org/officeDocument/2006/relationships/diagramData" Target="../diagrams/data6.xml"/><Relationship Id="rId14" Type="http://schemas.openxmlformats.org/officeDocument/2006/relationships/diagramData" Target="../diagrams/data7.xml"/></Relationships>
</file>

<file path=ppt/slides/_rels/slide3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33" title="Image de bâtiment"/>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254" name="Google Shape;254;p33"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55" name="Google Shape;255;p33"/>
          <p:cNvSpPr txBox="1">
            <a:spLocks noGrp="1"/>
          </p:cNvSpPr>
          <p:nvPr>
            <p:ph type="ctrTitle"/>
          </p:nvPr>
        </p:nvSpPr>
        <p:spPr>
          <a:xfrm>
            <a:off x="4738806" y="2259819"/>
            <a:ext cx="3640180" cy="475722"/>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dirty="0"/>
              <a:t>Projet DATAImmo</a:t>
            </a:r>
            <a:endParaRPr dirty="0"/>
          </a:p>
        </p:txBody>
      </p:sp>
      <p:pic>
        <p:nvPicPr>
          <p:cNvPr id="257" name="Google Shape;257;p33" descr="https://lh5.googleusercontent.com/TcdnvzxQ7ulQo8GiFwfIKujloK6EfAJv7ikP-EvnfdTVQnROS3WXw6XSx9Cpd73e_l7GCUAnbxroB-qlzG2fvYdCyl-Y5QZ95MpiD-GfDN-4taJyHRqsr3vOZzc3ONTBu52b0HIdUOMeHvdHiA_5tD0"/>
          <p:cNvPicPr preferRelativeResize="0"/>
          <p:nvPr/>
        </p:nvPicPr>
        <p:blipFill rotWithShape="1">
          <a:blip r:embed="rId4">
            <a:alphaModFix/>
          </a:blip>
          <a:srcRect/>
          <a:stretch/>
        </p:blipFill>
        <p:spPr>
          <a:xfrm>
            <a:off x="4840217" y="3713672"/>
            <a:ext cx="4303784" cy="1429828"/>
          </a:xfrm>
          <a:prstGeom prst="rect">
            <a:avLst/>
          </a:prstGeom>
          <a:noFill/>
          <a:ln>
            <a:noFill/>
          </a:ln>
        </p:spPr>
      </p:pic>
      <p:pic>
        <p:nvPicPr>
          <p:cNvPr id="258" name="Google Shape;258;p33" descr="https://lh5.googleusercontent.com/TcdnvzxQ7ulQo8GiFwfIKujloK6EfAJv7ikP-EvnfdTVQnROS3WXw6XSx9Cpd73e_l7GCUAnbxroB-qlzG2fvYdCyl-Y5QZ95MpiD-GfDN-4taJyHRqsr3vOZzc3ONTBu52b0HIdUOMeHvdHiA_5tD0"/>
          <p:cNvPicPr preferRelativeResize="0"/>
          <p:nvPr/>
        </p:nvPicPr>
        <p:blipFill rotWithShape="1">
          <a:blip r:embed="rId5">
            <a:alphaModFix/>
          </a:blip>
          <a:srcRect l="11387" t="12667" r="63940" b="13973"/>
          <a:stretch/>
        </p:blipFill>
        <p:spPr>
          <a:xfrm>
            <a:off x="1979722" y="1607746"/>
            <a:ext cx="1801842" cy="17798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7" name="Google Shape;267;p34"/>
          <p:cNvSpPr txBox="1">
            <a:spLocks noGrp="1"/>
          </p:cNvSpPr>
          <p:nvPr>
            <p:ph type="body" idx="1"/>
          </p:nvPr>
        </p:nvSpPr>
        <p:spPr>
          <a:xfrm>
            <a:off x="656415" y="3149862"/>
            <a:ext cx="1586870" cy="378647"/>
          </a:xfrm>
          <a:prstGeom prst="rect">
            <a:avLst/>
          </a:prstGeom>
          <a:noFill/>
          <a:ln>
            <a:noFill/>
          </a:ln>
        </p:spPr>
        <p:txBody>
          <a:bodyPr spcFirstLastPara="1" wrap="square" lIns="68575" tIns="34275" rIns="68575" bIns="34275" anchor="t" anchorCtr="0">
            <a:normAutofit/>
          </a:bodyPr>
          <a:lstStyle/>
          <a:p>
            <a:pPr marL="114300" lvl="0" indent="0" algn="l" rtl="0">
              <a:lnSpc>
                <a:spcPct val="90000"/>
              </a:lnSpc>
              <a:spcBef>
                <a:spcPts val="0"/>
              </a:spcBef>
              <a:spcAft>
                <a:spcPts val="0"/>
              </a:spcAft>
              <a:buSzPts val="1800"/>
              <a:buNone/>
            </a:pPr>
            <a:r>
              <a:rPr lang="fr" dirty="0"/>
              <a:t>DATAImmo</a:t>
            </a:r>
          </a:p>
        </p:txBody>
      </p:sp>
      <p:sp>
        <p:nvSpPr>
          <p:cNvPr id="270" name="Google Shape;270;p34"/>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a:t>
            </a:fld>
            <a:endParaRPr/>
          </a:p>
        </p:txBody>
      </p:sp>
      <p:sp>
        <p:nvSpPr>
          <p:cNvPr id="265" name="Google Shape;265;p34"/>
          <p:cNvSpPr txBox="1">
            <a:spLocks noGrp="1"/>
          </p:cNvSpPr>
          <p:nvPr>
            <p:ph type="title"/>
          </p:nvPr>
        </p:nvSpPr>
        <p:spPr>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 sz="2400" dirty="0"/>
              <a:t>Contexte</a:t>
            </a:r>
            <a:endParaRPr sz="2400" dirty="0"/>
          </a:p>
        </p:txBody>
      </p:sp>
      <p:pic>
        <p:nvPicPr>
          <p:cNvPr id="2" name="Image 1">
            <a:extLst>
              <a:ext uri="{FF2B5EF4-FFF2-40B4-BE49-F238E27FC236}">
                <a16:creationId xmlns:a16="http://schemas.microsoft.com/office/drawing/2014/main" id="{F568B322-FB03-27A7-D2D8-E8DA79049FAE}"/>
              </a:ext>
            </a:extLst>
          </p:cNvPr>
          <p:cNvPicPr>
            <a:picLocks noChangeAspect="1"/>
          </p:cNvPicPr>
          <p:nvPr/>
        </p:nvPicPr>
        <p:blipFill>
          <a:blip r:embed="rId3"/>
          <a:stretch>
            <a:fillRect/>
          </a:stretch>
        </p:blipFill>
        <p:spPr>
          <a:xfrm>
            <a:off x="253896" y="4762480"/>
            <a:ext cx="1014487" cy="278627"/>
          </a:xfrm>
          <a:prstGeom prst="rect">
            <a:avLst/>
          </a:prstGeom>
        </p:spPr>
      </p:pic>
      <p:pic>
        <p:nvPicPr>
          <p:cNvPr id="5" name="Image 4">
            <a:extLst>
              <a:ext uri="{FF2B5EF4-FFF2-40B4-BE49-F238E27FC236}">
                <a16:creationId xmlns:a16="http://schemas.microsoft.com/office/drawing/2014/main" id="{8E9E7B7E-A203-2EC2-429D-FF817328C28D}"/>
              </a:ext>
            </a:extLst>
          </p:cNvPr>
          <p:cNvPicPr>
            <a:picLocks noChangeAspect="1"/>
          </p:cNvPicPr>
          <p:nvPr/>
        </p:nvPicPr>
        <p:blipFill>
          <a:blip r:embed="rId3"/>
          <a:stretch>
            <a:fillRect/>
          </a:stretch>
        </p:blipFill>
        <p:spPr>
          <a:xfrm>
            <a:off x="558017" y="1329572"/>
            <a:ext cx="2134805" cy="586320"/>
          </a:xfrm>
          <a:prstGeom prst="rect">
            <a:avLst/>
          </a:prstGeom>
        </p:spPr>
      </p:pic>
      <p:sp>
        <p:nvSpPr>
          <p:cNvPr id="6" name="Google Shape;267;p34">
            <a:extLst>
              <a:ext uri="{FF2B5EF4-FFF2-40B4-BE49-F238E27FC236}">
                <a16:creationId xmlns:a16="http://schemas.microsoft.com/office/drawing/2014/main" id="{EECB2342-2C47-2C49-22FF-B471BD04F88B}"/>
              </a:ext>
            </a:extLst>
          </p:cNvPr>
          <p:cNvSpPr txBox="1">
            <a:spLocks/>
          </p:cNvSpPr>
          <p:nvPr/>
        </p:nvSpPr>
        <p:spPr>
          <a:xfrm>
            <a:off x="4343847" y="1540220"/>
            <a:ext cx="3707122" cy="378647"/>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114300" indent="0">
              <a:spcBef>
                <a:spcPts val="0"/>
              </a:spcBef>
              <a:buNone/>
            </a:pPr>
            <a:r>
              <a:rPr lang="fr" dirty="0"/>
              <a:t>Réseau d’agence immobilière</a:t>
            </a:r>
          </a:p>
        </p:txBody>
      </p:sp>
      <p:sp>
        <p:nvSpPr>
          <p:cNvPr id="7" name="Google Shape;267;p34">
            <a:extLst>
              <a:ext uri="{FF2B5EF4-FFF2-40B4-BE49-F238E27FC236}">
                <a16:creationId xmlns:a16="http://schemas.microsoft.com/office/drawing/2014/main" id="{E532F8F0-C6BC-3B2B-9E47-54D5D4F8C6E0}"/>
              </a:ext>
            </a:extLst>
          </p:cNvPr>
          <p:cNvSpPr txBox="1">
            <a:spLocks/>
          </p:cNvSpPr>
          <p:nvPr/>
        </p:nvSpPr>
        <p:spPr>
          <a:xfrm>
            <a:off x="3513966" y="2608487"/>
            <a:ext cx="2194765" cy="378647"/>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114300" indent="0">
              <a:spcBef>
                <a:spcPts val="0"/>
              </a:spcBef>
              <a:buFont typeface="Arial"/>
              <a:buNone/>
            </a:pPr>
            <a:r>
              <a:rPr lang="fr" dirty="0"/>
              <a:t>Analyser le marché</a:t>
            </a:r>
          </a:p>
        </p:txBody>
      </p:sp>
      <p:sp>
        <p:nvSpPr>
          <p:cNvPr id="8" name="Google Shape;267;p34">
            <a:extLst>
              <a:ext uri="{FF2B5EF4-FFF2-40B4-BE49-F238E27FC236}">
                <a16:creationId xmlns:a16="http://schemas.microsoft.com/office/drawing/2014/main" id="{3BDEA707-CBCE-0C26-A4AF-8A6D66ED828F}"/>
              </a:ext>
            </a:extLst>
          </p:cNvPr>
          <p:cNvSpPr txBox="1">
            <a:spLocks/>
          </p:cNvSpPr>
          <p:nvPr/>
        </p:nvSpPr>
        <p:spPr>
          <a:xfrm>
            <a:off x="3513966" y="3733097"/>
            <a:ext cx="3707122" cy="565040"/>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114300" indent="0">
              <a:spcBef>
                <a:spcPts val="0"/>
              </a:spcBef>
              <a:buFont typeface="Arial"/>
              <a:buNone/>
            </a:pPr>
            <a:r>
              <a:rPr lang="fr" dirty="0"/>
              <a:t>Aider les agences régionales à accompagner leurs clients</a:t>
            </a:r>
          </a:p>
        </p:txBody>
      </p:sp>
      <p:sp>
        <p:nvSpPr>
          <p:cNvPr id="32" name="Flèche : droite 31">
            <a:extLst>
              <a:ext uri="{FF2B5EF4-FFF2-40B4-BE49-F238E27FC236}">
                <a16:creationId xmlns:a16="http://schemas.microsoft.com/office/drawing/2014/main" id="{C0A7CCD1-889B-A1E2-5124-CBA4255F33FE}"/>
              </a:ext>
            </a:extLst>
          </p:cNvPr>
          <p:cNvSpPr/>
          <p:nvPr/>
        </p:nvSpPr>
        <p:spPr>
          <a:xfrm>
            <a:off x="3029130" y="1475078"/>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Flèche : bas 32">
            <a:extLst>
              <a:ext uri="{FF2B5EF4-FFF2-40B4-BE49-F238E27FC236}">
                <a16:creationId xmlns:a16="http://schemas.microsoft.com/office/drawing/2014/main" id="{3FDF58DD-1ED0-2E11-1DD1-8826DE760CD8}"/>
              </a:ext>
            </a:extLst>
          </p:cNvPr>
          <p:cNvSpPr/>
          <p:nvPr/>
        </p:nvSpPr>
        <p:spPr>
          <a:xfrm>
            <a:off x="1383103" y="2055104"/>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Flèche : droite 34">
            <a:extLst>
              <a:ext uri="{FF2B5EF4-FFF2-40B4-BE49-F238E27FC236}">
                <a16:creationId xmlns:a16="http://schemas.microsoft.com/office/drawing/2014/main" id="{D162A589-20E9-E113-61A1-3A79865AE22F}"/>
              </a:ext>
            </a:extLst>
          </p:cNvPr>
          <p:cNvSpPr/>
          <p:nvPr/>
        </p:nvSpPr>
        <p:spPr>
          <a:xfrm rot="1200000">
            <a:off x="2270075" y="3681328"/>
            <a:ext cx="978408" cy="329174"/>
          </a:xfrm>
          <a:prstGeom prst="rightArrow">
            <a:avLst/>
          </a:prstGeom>
          <a:ln>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Flèche : droite 35">
            <a:extLst>
              <a:ext uri="{FF2B5EF4-FFF2-40B4-BE49-F238E27FC236}">
                <a16:creationId xmlns:a16="http://schemas.microsoft.com/office/drawing/2014/main" id="{762C27CB-518A-01B1-4438-FCBF4AE6686E}"/>
              </a:ext>
            </a:extLst>
          </p:cNvPr>
          <p:cNvSpPr/>
          <p:nvPr/>
        </p:nvSpPr>
        <p:spPr>
          <a:xfrm rot="-1200000">
            <a:off x="2325012" y="2783185"/>
            <a:ext cx="978408" cy="329174"/>
          </a:xfrm>
          <a:prstGeom prst="rightArrow">
            <a:avLst/>
          </a:prstGeom>
          <a:solidFill>
            <a:schemeClr val="accent1">
              <a:alpha val="98000"/>
            </a:schemeClr>
          </a:solidFill>
          <a:ln>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 grpId="0" build="p"/>
      <p:bldP spid="6" grpId="0"/>
      <p:bldP spid="7" grpId="0"/>
      <p:bldP spid="8" grpId="0"/>
      <p:bldP spid="32" grpId="0" animBg="1"/>
      <p:bldP spid="33" grpId="0" animBg="1"/>
      <p:bldP spid="35"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5">
          <a:extLst>
            <a:ext uri="{FF2B5EF4-FFF2-40B4-BE49-F238E27FC236}">
              <a16:creationId xmlns:a16="http://schemas.microsoft.com/office/drawing/2014/main" id="{2C2D3429-7A38-79E8-4FA2-BB836F757F66}"/>
            </a:ext>
          </a:extLst>
        </p:cNvPr>
        <p:cNvGrpSpPr/>
        <p:nvPr/>
      </p:nvGrpSpPr>
      <p:grpSpPr>
        <a:xfrm>
          <a:off x="0" y="0"/>
          <a:ext cx="0" cy="0"/>
          <a:chOff x="0" y="0"/>
          <a:chExt cx="0" cy="0"/>
        </a:xfrm>
      </p:grpSpPr>
      <p:sp>
        <p:nvSpPr>
          <p:cNvPr id="276" name="Google Shape;276;p35">
            <a:extLst>
              <a:ext uri="{FF2B5EF4-FFF2-40B4-BE49-F238E27FC236}">
                <a16:creationId xmlns:a16="http://schemas.microsoft.com/office/drawing/2014/main" id="{EFBC5FFD-1644-5534-80E9-84B025DD68E2}"/>
              </a:ext>
            </a:extLst>
          </p:cNvPr>
          <p:cNvSpPr txBox="1">
            <a:spLocks noGrp="1"/>
          </p:cNvSpPr>
          <p:nvPr>
            <p:ph type="title"/>
          </p:nvPr>
        </p:nvSpPr>
        <p:spPr>
          <a:xfrm>
            <a:off x="390523" y="269198"/>
            <a:ext cx="4689794" cy="398060"/>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sz="2400" dirty="0"/>
              <a:t>Les données initiales</a:t>
            </a:r>
            <a:endParaRPr sz="2400" dirty="0"/>
          </a:p>
        </p:txBody>
      </p:sp>
      <p:sp>
        <p:nvSpPr>
          <p:cNvPr id="277" name="Google Shape;277;p35">
            <a:extLst>
              <a:ext uri="{FF2B5EF4-FFF2-40B4-BE49-F238E27FC236}">
                <a16:creationId xmlns:a16="http://schemas.microsoft.com/office/drawing/2014/main" id="{238E72A6-9E99-ADCE-26E9-155DB23AF76C}"/>
              </a:ext>
            </a:extLst>
          </p:cNvPr>
          <p:cNvSpPr txBox="1">
            <a:spLocks noGrp="1"/>
          </p:cNvSpPr>
          <p:nvPr>
            <p:ph type="body" idx="2"/>
          </p:nvPr>
        </p:nvSpPr>
        <p:spPr>
          <a:xfrm>
            <a:off x="390522" y="923167"/>
            <a:ext cx="7673134" cy="3746522"/>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SzPts val="1800"/>
              <a:buChar char="•"/>
            </a:pPr>
            <a:r>
              <a:rPr lang="fr" dirty="0"/>
              <a:t>Le projet DATAImmo s’appuie sur 3 fichiers</a:t>
            </a:r>
          </a:p>
          <a:p>
            <a:pPr marL="635000" lvl="1" indent="-177800">
              <a:spcBef>
                <a:spcPts val="0"/>
              </a:spcBef>
              <a:buSzPts val="1800"/>
            </a:pPr>
            <a:r>
              <a:rPr lang="fr" dirty="0"/>
              <a:t>Demandes de valeurs foncières (DVF) </a:t>
            </a:r>
            <a:r>
              <a:rPr lang="fr" dirty="0">
                <a:sym typeface="Wingdings" panose="05000000000000000000" pitchFamily="2" charset="2"/>
              </a:rPr>
              <a:t> Open Data</a:t>
            </a:r>
            <a:endParaRPr lang="fr" dirty="0"/>
          </a:p>
          <a:p>
            <a:pPr marL="1092200" lvl="2" indent="-177800">
              <a:spcBef>
                <a:spcPts val="0"/>
              </a:spcBef>
              <a:buSzPts val="1800"/>
              <a:buFont typeface="Wingdings"/>
              <a:buChar char="§"/>
            </a:pPr>
            <a:r>
              <a:rPr lang="fr" dirty="0"/>
              <a:t>Ventes des biens immobiliers français du 1er semestre 2020</a:t>
            </a:r>
          </a:p>
          <a:p>
            <a:pPr marL="1092200" lvl="2" indent="-177800">
              <a:spcBef>
                <a:spcPts val="0"/>
              </a:spcBef>
              <a:buSzPts val="1800"/>
              <a:buFont typeface="Wingdings"/>
              <a:buChar char="§"/>
            </a:pPr>
            <a:r>
              <a:rPr lang="fr" dirty="0"/>
              <a:t>34169 lignes</a:t>
            </a:r>
          </a:p>
          <a:p>
            <a:pPr marL="914400" lvl="2" indent="0">
              <a:spcBef>
                <a:spcPts val="0"/>
              </a:spcBef>
              <a:buSzPts val="1800"/>
              <a:buNone/>
            </a:pPr>
            <a:endParaRPr lang="fr" dirty="0"/>
          </a:p>
          <a:p>
            <a:pPr marL="457200" lvl="1" indent="0">
              <a:spcBef>
                <a:spcPts val="0"/>
              </a:spcBef>
              <a:buSzPts val="1800"/>
              <a:buNone/>
            </a:pPr>
            <a:endParaRPr lang="fr" dirty="0"/>
          </a:p>
          <a:p>
            <a:pPr marL="635000" lvl="1" indent="-177800">
              <a:spcBef>
                <a:spcPts val="0"/>
              </a:spcBef>
              <a:buSzPts val="1800"/>
            </a:pPr>
            <a:endParaRPr lang="fr" dirty="0">
              <a:sym typeface="Wingdings" panose="05000000000000000000" pitchFamily="2" charset="2"/>
            </a:endParaRPr>
          </a:p>
          <a:p>
            <a:pPr marL="635000" lvl="1" indent="-177800">
              <a:spcBef>
                <a:spcPts val="0"/>
              </a:spcBef>
              <a:buSzPts val="1800"/>
            </a:pPr>
            <a:r>
              <a:rPr lang="fr" dirty="0">
                <a:sym typeface="Wingdings" panose="05000000000000000000" pitchFamily="2" charset="2"/>
              </a:rPr>
              <a:t>Référentiel géographique français  data.gouv</a:t>
            </a:r>
            <a:endParaRPr lang="fr" dirty="0"/>
          </a:p>
          <a:p>
            <a:pPr marL="1092200" lvl="2" indent="-177800">
              <a:spcBef>
                <a:spcPts val="0"/>
              </a:spcBef>
              <a:buSzPts val="1800"/>
              <a:buFont typeface="Wingdings"/>
              <a:buChar char="§"/>
            </a:pPr>
            <a:r>
              <a:rPr lang="fr" dirty="0"/>
              <a:t>38916 lignes</a:t>
            </a:r>
          </a:p>
          <a:p>
            <a:pPr marL="914400" lvl="2" indent="0">
              <a:spcBef>
                <a:spcPts val="0"/>
              </a:spcBef>
              <a:buSzPts val="1800"/>
              <a:buNone/>
            </a:pPr>
            <a:endParaRPr lang="fr" dirty="0"/>
          </a:p>
          <a:p>
            <a:pPr marL="914400" lvl="2" indent="0">
              <a:spcBef>
                <a:spcPts val="0"/>
              </a:spcBef>
              <a:buSzPts val="1800"/>
              <a:buNone/>
            </a:pPr>
            <a:endParaRPr lang="fr" dirty="0"/>
          </a:p>
          <a:p>
            <a:pPr marL="914400" lvl="2" indent="0">
              <a:spcBef>
                <a:spcPts val="0"/>
              </a:spcBef>
              <a:buSzPts val="1800"/>
              <a:buNone/>
            </a:pPr>
            <a:endParaRPr lang="fr" dirty="0"/>
          </a:p>
          <a:p>
            <a:pPr marL="914400" lvl="2" indent="0">
              <a:spcBef>
                <a:spcPts val="0"/>
              </a:spcBef>
              <a:buSzPts val="1800"/>
              <a:buNone/>
            </a:pPr>
            <a:endParaRPr lang="fr" dirty="0"/>
          </a:p>
          <a:p>
            <a:pPr marL="635000" lvl="1" indent="-177800">
              <a:spcBef>
                <a:spcPts val="0"/>
              </a:spcBef>
              <a:buSzPts val="1800"/>
            </a:pPr>
            <a:r>
              <a:rPr lang="fr" dirty="0"/>
              <a:t>Résultats des recensements de population </a:t>
            </a:r>
            <a:r>
              <a:rPr lang="fr" dirty="0">
                <a:sym typeface="Wingdings" panose="05000000000000000000" pitchFamily="2" charset="2"/>
              </a:rPr>
              <a:t> INSEE</a:t>
            </a:r>
            <a:endParaRPr lang="fr" dirty="0"/>
          </a:p>
          <a:p>
            <a:pPr marL="1092200" lvl="2" indent="-177800">
              <a:spcBef>
                <a:spcPts val="0"/>
              </a:spcBef>
              <a:buSzPts val="1800"/>
              <a:buFont typeface="Wingdings"/>
              <a:buChar char="§"/>
            </a:pPr>
            <a:r>
              <a:rPr lang="fr" dirty="0"/>
              <a:t>34991 lignes</a:t>
            </a:r>
          </a:p>
          <a:p>
            <a:pPr marL="914400" lvl="2" indent="0">
              <a:spcBef>
                <a:spcPts val="0"/>
              </a:spcBef>
              <a:buSzPts val="1800"/>
              <a:buNone/>
            </a:pPr>
            <a:endParaRPr lang="fr" dirty="0"/>
          </a:p>
          <a:p>
            <a:pPr marL="457200" lvl="1" indent="0">
              <a:spcBef>
                <a:spcPts val="0"/>
              </a:spcBef>
              <a:buSzPts val="1800"/>
              <a:buNone/>
            </a:pPr>
            <a:endParaRPr lang="fr-FR" dirty="0"/>
          </a:p>
        </p:txBody>
      </p:sp>
      <p:sp>
        <p:nvSpPr>
          <p:cNvPr id="279" name="Google Shape;279;p35">
            <a:extLst>
              <a:ext uri="{FF2B5EF4-FFF2-40B4-BE49-F238E27FC236}">
                <a16:creationId xmlns:a16="http://schemas.microsoft.com/office/drawing/2014/main" id="{A5B31484-DD9A-59CF-8073-6E5BF5E9AF87}"/>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3</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07607943-764D-7326-C06E-7E7EB40FD3ED}"/>
              </a:ext>
            </a:extLst>
          </p:cNvPr>
          <p:cNvPicPr>
            <a:picLocks noChangeAspect="1"/>
          </p:cNvPicPr>
          <p:nvPr/>
        </p:nvPicPr>
        <p:blipFill>
          <a:blip r:embed="rId3"/>
          <a:stretch>
            <a:fillRect/>
          </a:stretch>
        </p:blipFill>
        <p:spPr>
          <a:xfrm>
            <a:off x="1659178" y="3977370"/>
            <a:ext cx="5816184" cy="635583"/>
          </a:xfrm>
          <a:prstGeom prst="rect">
            <a:avLst/>
          </a:prstGeom>
        </p:spPr>
      </p:pic>
      <p:pic>
        <p:nvPicPr>
          <p:cNvPr id="12" name="Image 11">
            <a:extLst>
              <a:ext uri="{FF2B5EF4-FFF2-40B4-BE49-F238E27FC236}">
                <a16:creationId xmlns:a16="http://schemas.microsoft.com/office/drawing/2014/main" id="{11DAC31A-5725-69C9-8D01-7BBFBB8E774D}"/>
              </a:ext>
            </a:extLst>
          </p:cNvPr>
          <p:cNvPicPr>
            <a:picLocks noChangeAspect="1"/>
          </p:cNvPicPr>
          <p:nvPr/>
        </p:nvPicPr>
        <p:blipFill>
          <a:blip r:embed="rId4"/>
          <a:stretch>
            <a:fillRect/>
          </a:stretch>
        </p:blipFill>
        <p:spPr>
          <a:xfrm>
            <a:off x="-4730" y="2887263"/>
            <a:ext cx="9144000" cy="582421"/>
          </a:xfrm>
          <a:prstGeom prst="rect">
            <a:avLst/>
          </a:prstGeom>
        </p:spPr>
      </p:pic>
      <p:pic>
        <p:nvPicPr>
          <p:cNvPr id="14" name="Image 13">
            <a:extLst>
              <a:ext uri="{FF2B5EF4-FFF2-40B4-BE49-F238E27FC236}">
                <a16:creationId xmlns:a16="http://schemas.microsoft.com/office/drawing/2014/main" id="{2973843D-BB2F-820F-C4E5-E8A526B1E0BF}"/>
              </a:ext>
            </a:extLst>
          </p:cNvPr>
          <p:cNvPicPr>
            <a:picLocks noChangeAspect="1"/>
          </p:cNvPicPr>
          <p:nvPr/>
        </p:nvPicPr>
        <p:blipFill>
          <a:blip r:embed="rId5"/>
          <a:stretch>
            <a:fillRect/>
          </a:stretch>
        </p:blipFill>
        <p:spPr>
          <a:xfrm>
            <a:off x="-4730" y="1802235"/>
            <a:ext cx="9144000" cy="577342"/>
          </a:xfrm>
          <a:prstGeom prst="rect">
            <a:avLst/>
          </a:prstGeom>
        </p:spPr>
      </p:pic>
    </p:spTree>
    <p:extLst>
      <p:ext uri="{BB962C8B-B14F-4D97-AF65-F5344CB8AC3E}">
        <p14:creationId xmlns:p14="http://schemas.microsoft.com/office/powerpoint/2010/main" val="419602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7">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7">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7">
                                            <p:txEl>
                                              <p:pRg st="14" end="1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9">
          <a:extLst>
            <a:ext uri="{FF2B5EF4-FFF2-40B4-BE49-F238E27FC236}">
              <a16:creationId xmlns:a16="http://schemas.microsoft.com/office/drawing/2014/main" id="{0BBC2A22-FDEF-476A-AB81-96D8397890BF}"/>
            </a:ext>
          </a:extLst>
        </p:cNvPr>
        <p:cNvGrpSpPr/>
        <p:nvPr/>
      </p:nvGrpSpPr>
      <p:grpSpPr>
        <a:xfrm>
          <a:off x="0" y="0"/>
          <a:ext cx="0" cy="0"/>
          <a:chOff x="0" y="0"/>
          <a:chExt cx="0" cy="0"/>
        </a:xfrm>
      </p:grpSpPr>
      <p:pic>
        <p:nvPicPr>
          <p:cNvPr id="330" name="Google Shape;330;p41" title="Image de bâtiment">
            <a:extLst>
              <a:ext uri="{FF2B5EF4-FFF2-40B4-BE49-F238E27FC236}">
                <a16:creationId xmlns:a16="http://schemas.microsoft.com/office/drawing/2014/main" id="{25711AF9-2DB8-2001-EA9F-AD11441C3CCE}"/>
              </a:ext>
            </a:extLst>
          </p:cNvPr>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331" name="Google Shape;331;p41" descr="Hexagone de couleur foncée unie au milieu d’accentuation d’image">
            <a:extLst>
              <a:ext uri="{FF2B5EF4-FFF2-40B4-BE49-F238E27FC236}">
                <a16:creationId xmlns:a16="http://schemas.microsoft.com/office/drawing/2014/main" id="{44FF377D-98F5-C6C3-D76A-4FA64970AE01}"/>
              </a:ext>
            </a:extLst>
          </p:cNvPr>
          <p:cNvSpPr/>
          <p:nvPr/>
        </p:nvSpPr>
        <p:spPr>
          <a:xfrm rot="-5400000">
            <a:off x="2009777" y="1791686"/>
            <a:ext cx="1809749" cy="1560129"/>
          </a:xfrm>
          <a:prstGeom prst="hexagon">
            <a:avLst>
              <a:gd name="adj" fmla="val 25000"/>
              <a:gd name="vf" fmla="val 115470"/>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32" name="Google Shape;332;p41">
            <a:extLst>
              <a:ext uri="{FF2B5EF4-FFF2-40B4-BE49-F238E27FC236}">
                <a16:creationId xmlns:a16="http://schemas.microsoft.com/office/drawing/2014/main" id="{9F82CAB3-DB1F-E4D2-93D3-82A16BE92CD6}"/>
              </a:ext>
            </a:extLst>
          </p:cNvPr>
          <p:cNvSpPr txBox="1">
            <a:spLocks noGrp="1"/>
          </p:cNvSpPr>
          <p:nvPr>
            <p:ph type="title"/>
          </p:nvPr>
        </p:nvSpPr>
        <p:spPr>
          <a:xfrm>
            <a:off x="4712882" y="1490565"/>
            <a:ext cx="3683725" cy="1342391"/>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000"/>
              <a:buFont typeface="Calibri"/>
              <a:buNone/>
            </a:pPr>
            <a:r>
              <a:rPr lang="fr" b="0" dirty="0"/>
              <a:t>Consolidation des données</a:t>
            </a:r>
            <a:endParaRPr dirty="0"/>
          </a:p>
        </p:txBody>
      </p:sp>
      <p:sp>
        <p:nvSpPr>
          <p:cNvPr id="333" name="Google Shape;333;p41" descr="Hexagone de couleur foncée unie au milieu d’accentuation d’image">
            <a:extLst>
              <a:ext uri="{FF2B5EF4-FFF2-40B4-BE49-F238E27FC236}">
                <a16:creationId xmlns:a16="http://schemas.microsoft.com/office/drawing/2014/main" id="{D8BB6ED5-F372-9092-A847-0D0EB9466F7C}"/>
              </a:ext>
            </a:extLst>
          </p:cNvPr>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335" name="Google Shape;335;p41" descr="https://lh5.googleusercontent.com/TcdnvzxQ7ulQo8GiFwfIKujloK6EfAJv7ikP-EvnfdTVQnROS3WXw6XSx9Cpd73e_l7GCUAnbxroB-qlzG2fvYdCyl-Y5QZ95MpiD-GfDN-4taJyHRqsr3vOZzc3ONTBu52b0HIdUOMeHvdHiA_5tD0">
            <a:extLst>
              <a:ext uri="{FF2B5EF4-FFF2-40B4-BE49-F238E27FC236}">
                <a16:creationId xmlns:a16="http://schemas.microsoft.com/office/drawing/2014/main" id="{47F5ABB4-6801-D7BB-9761-9AEEE832F911}"/>
              </a:ext>
            </a:extLst>
          </p:cNvPr>
          <p:cNvPicPr preferRelativeResize="0"/>
          <p:nvPr/>
        </p:nvPicPr>
        <p:blipFill rotWithShape="1">
          <a:blip r:embed="rId4">
            <a:alphaModFix/>
          </a:blip>
          <a:srcRect l="11387" t="12667" r="63940" b="13973"/>
          <a:stretch/>
        </p:blipFill>
        <p:spPr>
          <a:xfrm>
            <a:off x="1979722" y="1607746"/>
            <a:ext cx="1801842" cy="1779869"/>
          </a:xfrm>
          <a:prstGeom prst="rect">
            <a:avLst/>
          </a:prstGeom>
          <a:noFill/>
          <a:ln>
            <a:noFill/>
          </a:ln>
        </p:spPr>
      </p:pic>
      <p:pic>
        <p:nvPicPr>
          <p:cNvPr id="2" name="Picture 2">
            <a:extLst>
              <a:ext uri="{FF2B5EF4-FFF2-40B4-BE49-F238E27FC236}">
                <a16:creationId xmlns:a16="http://schemas.microsoft.com/office/drawing/2014/main" id="{95365E98-8F6D-4098-185C-AA2E5EC591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2882" y="3067518"/>
            <a:ext cx="1963711" cy="818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9060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5">
          <a:extLst>
            <a:ext uri="{FF2B5EF4-FFF2-40B4-BE49-F238E27FC236}">
              <a16:creationId xmlns:a16="http://schemas.microsoft.com/office/drawing/2014/main" id="{D656F07A-0882-63C4-C677-131DF32C1C9C}"/>
            </a:ext>
          </a:extLst>
        </p:cNvPr>
        <p:cNvGrpSpPr/>
        <p:nvPr/>
      </p:nvGrpSpPr>
      <p:grpSpPr>
        <a:xfrm>
          <a:off x="0" y="0"/>
          <a:ext cx="0" cy="0"/>
          <a:chOff x="0" y="0"/>
          <a:chExt cx="0" cy="0"/>
        </a:xfrm>
      </p:grpSpPr>
      <p:sp>
        <p:nvSpPr>
          <p:cNvPr id="276" name="Google Shape;276;p35">
            <a:extLst>
              <a:ext uri="{FF2B5EF4-FFF2-40B4-BE49-F238E27FC236}">
                <a16:creationId xmlns:a16="http://schemas.microsoft.com/office/drawing/2014/main" id="{92904583-9EE8-46EA-0216-4E42D2F8E4CE}"/>
              </a:ext>
            </a:extLst>
          </p:cNvPr>
          <p:cNvSpPr txBox="1">
            <a:spLocks noGrp="1"/>
          </p:cNvSpPr>
          <p:nvPr>
            <p:ph type="title"/>
          </p:nvPr>
        </p:nvSpPr>
        <p:spPr>
          <a:xfrm>
            <a:off x="390523" y="269198"/>
            <a:ext cx="4689794" cy="398060"/>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sz="2400" dirty="0"/>
              <a:t>Lien entre les biens et les ventes</a:t>
            </a:r>
            <a:endParaRPr sz="2400" dirty="0"/>
          </a:p>
        </p:txBody>
      </p:sp>
      <p:sp>
        <p:nvSpPr>
          <p:cNvPr id="279" name="Google Shape;279;p35">
            <a:extLst>
              <a:ext uri="{FF2B5EF4-FFF2-40B4-BE49-F238E27FC236}">
                <a16:creationId xmlns:a16="http://schemas.microsoft.com/office/drawing/2014/main" id="{EE40B040-415D-6F86-EB1D-CDE02351FCBA}"/>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5</a:t>
            </a:fld>
            <a:endParaRPr sz="900" b="0" i="0" u="none" strike="noStrike" cap="none">
              <a:solidFill>
                <a:srgbClr val="9E9E9E"/>
              </a:solidFill>
              <a:latin typeface="Calibri"/>
              <a:ea typeface="Calibri"/>
              <a:cs typeface="Calibri"/>
              <a:sym typeface="Calibri"/>
            </a:endParaRPr>
          </a:p>
        </p:txBody>
      </p:sp>
      <p:graphicFrame>
        <p:nvGraphicFramePr>
          <p:cNvPr id="3" name="Diagramme 2">
            <a:extLst>
              <a:ext uri="{FF2B5EF4-FFF2-40B4-BE49-F238E27FC236}">
                <a16:creationId xmlns:a16="http://schemas.microsoft.com/office/drawing/2014/main" id="{C5CCAFD8-B675-A42F-FD03-73D1065B1A43}"/>
              </a:ext>
            </a:extLst>
          </p:cNvPr>
          <p:cNvGraphicFramePr/>
          <p:nvPr>
            <p:extLst>
              <p:ext uri="{D42A27DB-BD31-4B8C-83A1-F6EECF244321}">
                <p14:modId xmlns:p14="http://schemas.microsoft.com/office/powerpoint/2010/main" val="3132117260"/>
              </p:ext>
            </p:extLst>
          </p:nvPr>
        </p:nvGraphicFramePr>
        <p:xfrm>
          <a:off x="1524000" y="53975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2850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5">
          <a:extLst>
            <a:ext uri="{FF2B5EF4-FFF2-40B4-BE49-F238E27FC236}">
              <a16:creationId xmlns:a16="http://schemas.microsoft.com/office/drawing/2014/main" id="{686C9D20-9A4C-FE33-C316-D7AED6DB6BE8}"/>
            </a:ext>
          </a:extLst>
        </p:cNvPr>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C408A59E-0A35-A003-6B0A-B5B742754788}"/>
              </a:ext>
            </a:extLst>
          </p:cNvPr>
          <p:cNvSpPr>
            <a:spLocks noGrp="1"/>
          </p:cNvSpPr>
          <p:nvPr>
            <p:ph type="body" idx="1"/>
          </p:nvPr>
        </p:nvSpPr>
        <p:spPr>
          <a:xfrm>
            <a:off x="390524" y="819256"/>
            <a:ext cx="4106468" cy="585891"/>
          </a:xfrm>
        </p:spPr>
        <p:txBody>
          <a:bodyPr/>
          <a:lstStyle/>
          <a:p>
            <a:r>
              <a:rPr lang="fr-FR" dirty="0"/>
              <a:t>Code postal</a:t>
            </a:r>
          </a:p>
        </p:txBody>
      </p:sp>
      <p:sp>
        <p:nvSpPr>
          <p:cNvPr id="277" name="Google Shape;277;p35">
            <a:extLst>
              <a:ext uri="{FF2B5EF4-FFF2-40B4-BE49-F238E27FC236}">
                <a16:creationId xmlns:a16="http://schemas.microsoft.com/office/drawing/2014/main" id="{0F8B4AB9-B7DA-6F0D-13F7-3C18D3CE7D84}"/>
              </a:ext>
            </a:extLst>
          </p:cNvPr>
          <p:cNvSpPr txBox="1">
            <a:spLocks noGrp="1"/>
          </p:cNvSpPr>
          <p:nvPr>
            <p:ph type="body" idx="2"/>
          </p:nvPr>
        </p:nvSpPr>
        <p:spPr>
          <a:xfrm>
            <a:off x="390524" y="1405147"/>
            <a:ext cx="4106468" cy="3146176"/>
          </a:xfrm>
          <a:prstGeom prst="rect">
            <a:avLst/>
          </a:prstGeom>
          <a:noFill/>
          <a:ln>
            <a:noFill/>
          </a:ln>
        </p:spPr>
        <p:txBody>
          <a:bodyPr spcFirstLastPara="1" wrap="square" lIns="68575" tIns="34275" rIns="68575" bIns="34275" anchor="t" anchorCtr="0">
            <a:normAutofit/>
          </a:bodyPr>
          <a:lstStyle/>
          <a:p>
            <a:pPr marL="0" indent="0">
              <a:spcBef>
                <a:spcPts val="0"/>
              </a:spcBef>
              <a:buNone/>
            </a:pPr>
            <a:r>
              <a:rPr lang="fr" dirty="0"/>
              <a:t>Le code postal n’est pas lié à une seule commune</a:t>
            </a:r>
          </a:p>
          <a:p>
            <a:pPr marL="177800" lvl="0" indent="-177800" algn="l" rtl="0">
              <a:lnSpc>
                <a:spcPct val="90000"/>
              </a:lnSpc>
              <a:spcBef>
                <a:spcPts val="0"/>
              </a:spcBef>
              <a:spcAft>
                <a:spcPts val="0"/>
              </a:spcAft>
              <a:buSzPts val="1800"/>
              <a:buChar char="•"/>
            </a:pPr>
            <a:endParaRPr lang="fr" dirty="0"/>
          </a:p>
          <a:p>
            <a:pPr marL="177800" lvl="0" indent="-177800" algn="l" rtl="0">
              <a:lnSpc>
                <a:spcPct val="90000"/>
              </a:lnSpc>
              <a:spcBef>
                <a:spcPts val="0"/>
              </a:spcBef>
              <a:spcAft>
                <a:spcPts val="0"/>
              </a:spcAft>
              <a:buSzPts val="1800"/>
              <a:buChar char="•"/>
            </a:pPr>
            <a:endParaRPr lang="fr" dirty="0"/>
          </a:p>
          <a:p>
            <a:pPr marL="177800" lvl="0" indent="-177800" algn="l" rtl="0">
              <a:lnSpc>
                <a:spcPct val="90000"/>
              </a:lnSpc>
              <a:spcBef>
                <a:spcPts val="0"/>
              </a:spcBef>
              <a:spcAft>
                <a:spcPts val="0"/>
              </a:spcAft>
              <a:buSzPts val="1800"/>
              <a:buChar char="•"/>
            </a:pPr>
            <a:endParaRPr lang="fr" dirty="0"/>
          </a:p>
          <a:p>
            <a:pPr marL="177800" lvl="0" indent="-177800" algn="l" rtl="0">
              <a:lnSpc>
                <a:spcPct val="90000"/>
              </a:lnSpc>
              <a:spcBef>
                <a:spcPts val="0"/>
              </a:spcBef>
              <a:spcAft>
                <a:spcPts val="0"/>
              </a:spcAft>
              <a:buSzPts val="1800"/>
              <a:buChar char="•"/>
            </a:pPr>
            <a:endParaRPr lang="fr" dirty="0"/>
          </a:p>
          <a:p>
            <a:pPr marL="177800" lvl="0" indent="-177800" algn="l" rtl="0">
              <a:lnSpc>
                <a:spcPct val="90000"/>
              </a:lnSpc>
              <a:spcBef>
                <a:spcPts val="0"/>
              </a:spcBef>
              <a:spcAft>
                <a:spcPts val="0"/>
              </a:spcAft>
              <a:buSzPts val="1800"/>
              <a:buChar char="•"/>
            </a:pPr>
            <a:endParaRPr lang="fr" dirty="0"/>
          </a:p>
          <a:p>
            <a:pPr marL="177800" lvl="0" indent="-177800" algn="l" rtl="0">
              <a:lnSpc>
                <a:spcPct val="90000"/>
              </a:lnSpc>
              <a:spcBef>
                <a:spcPts val="0"/>
              </a:spcBef>
              <a:spcAft>
                <a:spcPts val="0"/>
              </a:spcAft>
              <a:buSzPts val="1800"/>
              <a:buChar char="•"/>
            </a:pPr>
            <a:endParaRPr lang="fr" dirty="0"/>
          </a:p>
          <a:p>
            <a:pPr marL="177800" lvl="0" indent="-177800" algn="l" rtl="0">
              <a:lnSpc>
                <a:spcPct val="90000"/>
              </a:lnSpc>
              <a:spcBef>
                <a:spcPts val="0"/>
              </a:spcBef>
              <a:spcAft>
                <a:spcPts val="0"/>
              </a:spcAft>
              <a:buSzPts val="1800"/>
              <a:buChar char="•"/>
            </a:pPr>
            <a:endParaRPr lang="fr" dirty="0"/>
          </a:p>
          <a:p>
            <a:pPr marL="177800" lvl="0" indent="-177800" algn="l" rtl="0">
              <a:lnSpc>
                <a:spcPct val="90000"/>
              </a:lnSpc>
              <a:spcBef>
                <a:spcPts val="0"/>
              </a:spcBef>
              <a:spcAft>
                <a:spcPts val="0"/>
              </a:spcAft>
              <a:buSzPts val="1800"/>
              <a:buChar char="•"/>
            </a:pPr>
            <a:endParaRPr lang="fr" dirty="0"/>
          </a:p>
          <a:p>
            <a:pPr marL="177800" lvl="0" indent="-177800" algn="l" rtl="0">
              <a:lnSpc>
                <a:spcPct val="90000"/>
              </a:lnSpc>
              <a:spcBef>
                <a:spcPts val="0"/>
              </a:spcBef>
              <a:spcAft>
                <a:spcPts val="0"/>
              </a:spcAft>
              <a:buSzPts val="1800"/>
              <a:buChar char="•"/>
            </a:pPr>
            <a:endParaRPr lang="fr" dirty="0"/>
          </a:p>
          <a:p>
            <a:pPr marL="177800" lvl="0" indent="-177800" algn="l" rtl="0">
              <a:lnSpc>
                <a:spcPct val="90000"/>
              </a:lnSpc>
              <a:spcBef>
                <a:spcPts val="0"/>
              </a:spcBef>
              <a:spcAft>
                <a:spcPts val="0"/>
              </a:spcAft>
              <a:buSzPts val="1800"/>
              <a:buChar char="•"/>
            </a:pPr>
            <a:endParaRPr lang="fr" dirty="0"/>
          </a:p>
          <a:p>
            <a:pPr marL="177800" lvl="0" indent="-177800" algn="l" rtl="0">
              <a:lnSpc>
                <a:spcPct val="90000"/>
              </a:lnSpc>
              <a:spcBef>
                <a:spcPts val="0"/>
              </a:spcBef>
              <a:spcAft>
                <a:spcPts val="0"/>
              </a:spcAft>
              <a:buSzPts val="1800"/>
              <a:buChar char="•"/>
            </a:pPr>
            <a:endParaRPr lang="fr" dirty="0"/>
          </a:p>
          <a:p>
            <a:pPr marL="0" lvl="0" indent="0" algn="l" rtl="0">
              <a:lnSpc>
                <a:spcPct val="90000"/>
              </a:lnSpc>
              <a:spcBef>
                <a:spcPts val="0"/>
              </a:spcBef>
              <a:spcAft>
                <a:spcPts val="0"/>
              </a:spcAft>
              <a:buSzPts val="1800"/>
              <a:buNone/>
            </a:pPr>
            <a:endParaRPr lang="fr" dirty="0"/>
          </a:p>
          <a:p>
            <a:pPr marL="914400" lvl="2" indent="0">
              <a:spcBef>
                <a:spcPts val="0"/>
              </a:spcBef>
              <a:buSzPts val="1800"/>
              <a:buNone/>
            </a:pPr>
            <a:endParaRPr lang="fr" dirty="0"/>
          </a:p>
          <a:p>
            <a:pPr marL="457200" lvl="1" indent="0">
              <a:spcBef>
                <a:spcPts val="0"/>
              </a:spcBef>
              <a:buSzPts val="1800"/>
              <a:buNone/>
            </a:pPr>
            <a:endParaRPr lang="fr-FR" dirty="0"/>
          </a:p>
        </p:txBody>
      </p:sp>
      <p:sp>
        <p:nvSpPr>
          <p:cNvPr id="8" name="Espace réservé du texte 7">
            <a:extLst>
              <a:ext uri="{FF2B5EF4-FFF2-40B4-BE49-F238E27FC236}">
                <a16:creationId xmlns:a16="http://schemas.microsoft.com/office/drawing/2014/main" id="{935FBE84-A80B-CB16-E03F-074E96196BCB}"/>
              </a:ext>
            </a:extLst>
          </p:cNvPr>
          <p:cNvSpPr>
            <a:spLocks noGrp="1"/>
          </p:cNvSpPr>
          <p:nvPr>
            <p:ph type="body" idx="3"/>
          </p:nvPr>
        </p:nvSpPr>
        <p:spPr>
          <a:xfrm>
            <a:off x="4640035" y="819256"/>
            <a:ext cx="4106700" cy="585891"/>
          </a:xfrm>
        </p:spPr>
        <p:txBody>
          <a:bodyPr/>
          <a:lstStyle/>
          <a:p>
            <a:r>
              <a:rPr lang="fr-FR" dirty="0"/>
              <a:t>Voie</a:t>
            </a:r>
          </a:p>
        </p:txBody>
      </p:sp>
      <p:sp>
        <p:nvSpPr>
          <p:cNvPr id="9" name="Espace réservé du texte 8">
            <a:extLst>
              <a:ext uri="{FF2B5EF4-FFF2-40B4-BE49-F238E27FC236}">
                <a16:creationId xmlns:a16="http://schemas.microsoft.com/office/drawing/2014/main" id="{E2C3170A-258B-F45F-2866-012E9E82BBC4}"/>
              </a:ext>
            </a:extLst>
          </p:cNvPr>
          <p:cNvSpPr>
            <a:spLocks noGrp="1"/>
          </p:cNvSpPr>
          <p:nvPr>
            <p:ph type="body" idx="4"/>
          </p:nvPr>
        </p:nvSpPr>
        <p:spPr>
          <a:xfrm>
            <a:off x="4640035" y="1405147"/>
            <a:ext cx="4106700" cy="3146176"/>
          </a:xfrm>
        </p:spPr>
        <p:txBody>
          <a:bodyPr/>
          <a:lstStyle/>
          <a:p>
            <a:pPr marL="114300" indent="0">
              <a:buNone/>
            </a:pPr>
            <a:r>
              <a:rPr lang="fr-FR" dirty="0"/>
              <a:t>Le code de la voie n’est pas unique</a:t>
            </a:r>
          </a:p>
        </p:txBody>
      </p:sp>
      <p:sp>
        <p:nvSpPr>
          <p:cNvPr id="279" name="Google Shape;279;p35">
            <a:extLst>
              <a:ext uri="{FF2B5EF4-FFF2-40B4-BE49-F238E27FC236}">
                <a16:creationId xmlns:a16="http://schemas.microsoft.com/office/drawing/2014/main" id="{DA26511B-41C0-921C-CBB8-74A859654941}"/>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6</a:t>
            </a:fld>
            <a:endParaRPr sz="900" b="0" i="0" u="none" strike="noStrike" cap="none">
              <a:solidFill>
                <a:srgbClr val="9E9E9E"/>
              </a:solidFill>
              <a:latin typeface="Calibri"/>
              <a:ea typeface="Calibri"/>
              <a:cs typeface="Calibri"/>
              <a:sym typeface="Calibri"/>
            </a:endParaRPr>
          </a:p>
        </p:txBody>
      </p:sp>
      <p:sp>
        <p:nvSpPr>
          <p:cNvPr id="276" name="Google Shape;276;p35">
            <a:extLst>
              <a:ext uri="{FF2B5EF4-FFF2-40B4-BE49-F238E27FC236}">
                <a16:creationId xmlns:a16="http://schemas.microsoft.com/office/drawing/2014/main" id="{E0CA9EE4-4765-AC9A-A690-1F467BCC46C5}"/>
              </a:ext>
            </a:extLst>
          </p:cNvPr>
          <p:cNvSpPr txBox="1">
            <a:spLocks noGrp="1"/>
          </p:cNvSpPr>
          <p:nvPr>
            <p:ph type="title"/>
          </p:nvPr>
        </p:nvSpPr>
        <p:spPr>
          <a:xfrm>
            <a:off x="390524" y="244972"/>
            <a:ext cx="6249917" cy="486610"/>
          </a:xfrm>
          <a:prstGeom prst="rect">
            <a:avLst/>
          </a:prstGeom>
          <a:noFill/>
          <a:ln>
            <a:noFill/>
          </a:ln>
        </p:spPr>
        <p:txBody>
          <a:bodyPr spcFirstLastPara="1" wrap="square" lIns="68575" tIns="34275" rIns="68575" bIns="0" anchor="b" anchorCtr="0">
            <a:normAutofit/>
          </a:bodyPr>
          <a:lstStyle/>
          <a:p>
            <a:pPr lvl="0">
              <a:buSzPct val="100000"/>
            </a:pPr>
            <a:r>
              <a:rPr lang="fr" sz="2400" dirty="0"/>
              <a:t>Inspection des données des DVF</a:t>
            </a:r>
            <a:endParaRPr sz="2400" dirty="0"/>
          </a:p>
        </p:txBody>
      </p:sp>
      <p:pic>
        <p:nvPicPr>
          <p:cNvPr id="2" name="Image 1">
            <a:extLst>
              <a:ext uri="{FF2B5EF4-FFF2-40B4-BE49-F238E27FC236}">
                <a16:creationId xmlns:a16="http://schemas.microsoft.com/office/drawing/2014/main" id="{3E3F2EF7-3214-692E-7C32-08BE3694A6E5}"/>
              </a:ext>
            </a:extLst>
          </p:cNvPr>
          <p:cNvPicPr>
            <a:picLocks noChangeAspect="1"/>
          </p:cNvPicPr>
          <p:nvPr/>
        </p:nvPicPr>
        <p:blipFill>
          <a:blip r:embed="rId3"/>
          <a:stretch>
            <a:fillRect/>
          </a:stretch>
        </p:blipFill>
        <p:spPr>
          <a:xfrm>
            <a:off x="2896569" y="3500983"/>
            <a:ext cx="1600423" cy="552527"/>
          </a:xfrm>
          <a:prstGeom prst="rect">
            <a:avLst/>
          </a:prstGeom>
        </p:spPr>
      </p:pic>
      <p:pic>
        <p:nvPicPr>
          <p:cNvPr id="4" name="Image 3">
            <a:extLst>
              <a:ext uri="{FF2B5EF4-FFF2-40B4-BE49-F238E27FC236}">
                <a16:creationId xmlns:a16="http://schemas.microsoft.com/office/drawing/2014/main" id="{D3D1ACE7-8F1F-ADF3-F33B-835986AA3F33}"/>
              </a:ext>
            </a:extLst>
          </p:cNvPr>
          <p:cNvPicPr>
            <a:picLocks noChangeAspect="1"/>
          </p:cNvPicPr>
          <p:nvPr/>
        </p:nvPicPr>
        <p:blipFill>
          <a:blip r:embed="rId4"/>
          <a:stretch>
            <a:fillRect/>
          </a:stretch>
        </p:blipFill>
        <p:spPr>
          <a:xfrm>
            <a:off x="5324488" y="2033928"/>
            <a:ext cx="2400635" cy="2019582"/>
          </a:xfrm>
          <a:prstGeom prst="rect">
            <a:avLst/>
          </a:prstGeom>
        </p:spPr>
      </p:pic>
      <p:pic>
        <p:nvPicPr>
          <p:cNvPr id="5" name="Image 4">
            <a:extLst>
              <a:ext uri="{FF2B5EF4-FFF2-40B4-BE49-F238E27FC236}">
                <a16:creationId xmlns:a16="http://schemas.microsoft.com/office/drawing/2014/main" id="{DB16E882-7174-F96E-E86C-7890F55DBAD9}"/>
              </a:ext>
            </a:extLst>
          </p:cNvPr>
          <p:cNvPicPr>
            <a:picLocks noChangeAspect="1"/>
          </p:cNvPicPr>
          <p:nvPr/>
        </p:nvPicPr>
        <p:blipFill>
          <a:blip r:embed="rId5"/>
          <a:stretch>
            <a:fillRect/>
          </a:stretch>
        </p:blipFill>
        <p:spPr>
          <a:xfrm>
            <a:off x="397265" y="1991038"/>
            <a:ext cx="3553321" cy="1200318"/>
          </a:xfrm>
          <a:prstGeom prst="rect">
            <a:avLst/>
          </a:prstGeom>
        </p:spPr>
      </p:pic>
      <p:pic>
        <p:nvPicPr>
          <p:cNvPr id="6" name="Image 5">
            <a:extLst>
              <a:ext uri="{FF2B5EF4-FFF2-40B4-BE49-F238E27FC236}">
                <a16:creationId xmlns:a16="http://schemas.microsoft.com/office/drawing/2014/main" id="{DFD086EE-4A49-1968-A7EB-A5AE1CE7F449}"/>
              </a:ext>
            </a:extLst>
          </p:cNvPr>
          <p:cNvPicPr>
            <a:picLocks noChangeAspect="1"/>
          </p:cNvPicPr>
          <p:nvPr/>
        </p:nvPicPr>
        <p:blipFill>
          <a:blip r:embed="rId6"/>
          <a:stretch>
            <a:fillRect/>
          </a:stretch>
        </p:blipFill>
        <p:spPr>
          <a:xfrm>
            <a:off x="1690867" y="3317892"/>
            <a:ext cx="952633" cy="1209844"/>
          </a:xfrm>
          <a:prstGeom prst="rect">
            <a:avLst/>
          </a:prstGeom>
        </p:spPr>
      </p:pic>
    </p:spTree>
    <p:extLst>
      <p:ext uri="{BB962C8B-B14F-4D97-AF65-F5344CB8AC3E}">
        <p14:creationId xmlns:p14="http://schemas.microsoft.com/office/powerpoint/2010/main" val="403440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7">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277" grpId="0" build="p"/>
      <p:bldP spid="8" grpId="0" build="p"/>
      <p:bldP spid="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5">
          <a:extLst>
            <a:ext uri="{FF2B5EF4-FFF2-40B4-BE49-F238E27FC236}">
              <a16:creationId xmlns:a16="http://schemas.microsoft.com/office/drawing/2014/main" id="{BE7A3C82-AD32-1F06-A79E-E9EC3EAEC4F7}"/>
            </a:ext>
          </a:extLst>
        </p:cNvPr>
        <p:cNvGrpSpPr/>
        <p:nvPr/>
      </p:nvGrpSpPr>
      <p:grpSpPr>
        <a:xfrm>
          <a:off x="0" y="0"/>
          <a:ext cx="0" cy="0"/>
          <a:chOff x="0" y="0"/>
          <a:chExt cx="0" cy="0"/>
        </a:xfrm>
      </p:grpSpPr>
      <p:graphicFrame>
        <p:nvGraphicFramePr>
          <p:cNvPr id="2" name="Diagramme 1">
            <a:extLst>
              <a:ext uri="{FF2B5EF4-FFF2-40B4-BE49-F238E27FC236}">
                <a16:creationId xmlns:a16="http://schemas.microsoft.com/office/drawing/2014/main" id="{3B2B32C5-6C62-AA62-2463-9EFFC745F5DE}"/>
              </a:ext>
            </a:extLst>
          </p:cNvPr>
          <p:cNvGraphicFramePr/>
          <p:nvPr>
            <p:extLst>
              <p:ext uri="{D42A27DB-BD31-4B8C-83A1-F6EECF244321}">
                <p14:modId xmlns:p14="http://schemas.microsoft.com/office/powerpoint/2010/main" val="3861566367"/>
              </p:ext>
            </p:extLst>
          </p:nvPr>
        </p:nvGraphicFramePr>
        <p:xfrm>
          <a:off x="1034164" y="1897790"/>
          <a:ext cx="6096000" cy="23351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9" name="Google Shape;279;p35">
            <a:extLst>
              <a:ext uri="{FF2B5EF4-FFF2-40B4-BE49-F238E27FC236}">
                <a16:creationId xmlns:a16="http://schemas.microsoft.com/office/drawing/2014/main" id="{D2A2B055-6D9F-C652-93BE-0E55A4B35144}"/>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7</a:t>
            </a:fld>
            <a:endParaRPr sz="900" b="0" i="0" u="none" strike="noStrike" cap="none">
              <a:solidFill>
                <a:srgbClr val="9E9E9E"/>
              </a:solidFill>
              <a:latin typeface="Calibri"/>
              <a:ea typeface="Calibri"/>
              <a:cs typeface="Calibri"/>
              <a:sym typeface="Calibri"/>
            </a:endParaRPr>
          </a:p>
        </p:txBody>
      </p:sp>
      <p:sp>
        <p:nvSpPr>
          <p:cNvPr id="276" name="Google Shape;276;p35">
            <a:extLst>
              <a:ext uri="{FF2B5EF4-FFF2-40B4-BE49-F238E27FC236}">
                <a16:creationId xmlns:a16="http://schemas.microsoft.com/office/drawing/2014/main" id="{A20ACA78-0F60-4879-B18B-AC930DD7BCF8}"/>
              </a:ext>
            </a:extLst>
          </p:cNvPr>
          <p:cNvSpPr txBox="1">
            <a:spLocks noGrp="1"/>
          </p:cNvSpPr>
          <p:nvPr>
            <p:ph type="title"/>
          </p:nvPr>
        </p:nvSpPr>
        <p:spPr>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sz="2400" dirty="0"/>
              <a:t>Subdivisions des données des DVF</a:t>
            </a:r>
            <a:endParaRPr sz="2400" dirty="0"/>
          </a:p>
        </p:txBody>
      </p:sp>
    </p:spTree>
    <p:extLst>
      <p:ext uri="{BB962C8B-B14F-4D97-AF65-F5344CB8AC3E}">
        <p14:creationId xmlns:p14="http://schemas.microsoft.com/office/powerpoint/2010/main" val="4290886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5">
          <a:extLst>
            <a:ext uri="{FF2B5EF4-FFF2-40B4-BE49-F238E27FC236}">
              <a16:creationId xmlns:a16="http://schemas.microsoft.com/office/drawing/2014/main" id="{9211549B-C12B-4961-F95B-0EC13FFD299F}"/>
            </a:ext>
          </a:extLst>
        </p:cNvPr>
        <p:cNvGrpSpPr/>
        <p:nvPr/>
      </p:nvGrpSpPr>
      <p:grpSpPr>
        <a:xfrm>
          <a:off x="0" y="0"/>
          <a:ext cx="0" cy="0"/>
          <a:chOff x="0" y="0"/>
          <a:chExt cx="0" cy="0"/>
        </a:xfrm>
      </p:grpSpPr>
      <p:sp>
        <p:nvSpPr>
          <p:cNvPr id="276" name="Google Shape;276;p35">
            <a:extLst>
              <a:ext uri="{FF2B5EF4-FFF2-40B4-BE49-F238E27FC236}">
                <a16:creationId xmlns:a16="http://schemas.microsoft.com/office/drawing/2014/main" id="{A30995B0-36E3-BE72-B111-71B693C38BBE}"/>
              </a:ext>
            </a:extLst>
          </p:cNvPr>
          <p:cNvSpPr txBox="1">
            <a:spLocks noGrp="1"/>
          </p:cNvSpPr>
          <p:nvPr>
            <p:ph type="title"/>
          </p:nvPr>
        </p:nvSpPr>
        <p:spPr>
          <a:xfrm>
            <a:off x="336278" y="20480"/>
            <a:ext cx="4689794" cy="398060"/>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sz="2400" dirty="0"/>
              <a:t>Consolidation des données des DVF</a:t>
            </a:r>
            <a:endParaRPr sz="2400" dirty="0"/>
          </a:p>
        </p:txBody>
      </p:sp>
      <p:sp>
        <p:nvSpPr>
          <p:cNvPr id="279" name="Google Shape;279;p35">
            <a:extLst>
              <a:ext uri="{FF2B5EF4-FFF2-40B4-BE49-F238E27FC236}">
                <a16:creationId xmlns:a16="http://schemas.microsoft.com/office/drawing/2014/main" id="{EB313FE0-ECAD-472D-DA2D-96D56CC4599B}"/>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8</a:t>
            </a:fld>
            <a:endParaRPr sz="900" b="0" i="0" u="none" strike="noStrike" cap="none">
              <a:solidFill>
                <a:srgbClr val="9E9E9E"/>
              </a:solidFill>
              <a:latin typeface="Calibri"/>
              <a:ea typeface="Calibri"/>
              <a:cs typeface="Calibri"/>
              <a:sym typeface="Calibri"/>
            </a:endParaRPr>
          </a:p>
        </p:txBody>
      </p:sp>
      <p:graphicFrame>
        <p:nvGraphicFramePr>
          <p:cNvPr id="5" name="Diagramme 4">
            <a:extLst>
              <a:ext uri="{FF2B5EF4-FFF2-40B4-BE49-F238E27FC236}">
                <a16:creationId xmlns:a16="http://schemas.microsoft.com/office/drawing/2014/main" id="{F7546822-51C4-7182-FE81-47E439C50ABF}"/>
              </a:ext>
            </a:extLst>
          </p:cNvPr>
          <p:cNvGraphicFramePr/>
          <p:nvPr>
            <p:extLst>
              <p:ext uri="{D42A27DB-BD31-4B8C-83A1-F6EECF244321}">
                <p14:modId xmlns:p14="http://schemas.microsoft.com/office/powerpoint/2010/main" val="96096248"/>
              </p:ext>
            </p:extLst>
          </p:nvPr>
        </p:nvGraphicFramePr>
        <p:xfrm>
          <a:off x="508860" y="496776"/>
          <a:ext cx="7302285" cy="46262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290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5">
          <a:extLst>
            <a:ext uri="{FF2B5EF4-FFF2-40B4-BE49-F238E27FC236}">
              <a16:creationId xmlns:a16="http://schemas.microsoft.com/office/drawing/2014/main" id="{276AC3A9-140F-F0EB-4F41-D80C10DD865A}"/>
            </a:ext>
          </a:extLst>
        </p:cNvPr>
        <p:cNvGrpSpPr/>
        <p:nvPr/>
      </p:nvGrpSpPr>
      <p:grpSpPr>
        <a:xfrm>
          <a:off x="0" y="0"/>
          <a:ext cx="0" cy="0"/>
          <a:chOff x="0" y="0"/>
          <a:chExt cx="0" cy="0"/>
        </a:xfrm>
      </p:grpSpPr>
      <p:sp>
        <p:nvSpPr>
          <p:cNvPr id="276" name="Google Shape;276;p35">
            <a:extLst>
              <a:ext uri="{FF2B5EF4-FFF2-40B4-BE49-F238E27FC236}">
                <a16:creationId xmlns:a16="http://schemas.microsoft.com/office/drawing/2014/main" id="{3AD80C72-3CE9-94EB-1F90-167D3FC10A9D}"/>
              </a:ext>
            </a:extLst>
          </p:cNvPr>
          <p:cNvSpPr txBox="1">
            <a:spLocks noGrp="1"/>
          </p:cNvSpPr>
          <p:nvPr>
            <p:ph type="title"/>
          </p:nvPr>
        </p:nvSpPr>
        <p:spPr>
          <a:xfrm>
            <a:off x="351776" y="121965"/>
            <a:ext cx="5684813" cy="398060"/>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sz="2400" dirty="0"/>
              <a:t>Consolidation des données géographiques</a:t>
            </a:r>
            <a:endParaRPr sz="2400" dirty="0"/>
          </a:p>
        </p:txBody>
      </p:sp>
      <p:sp>
        <p:nvSpPr>
          <p:cNvPr id="279" name="Google Shape;279;p35">
            <a:extLst>
              <a:ext uri="{FF2B5EF4-FFF2-40B4-BE49-F238E27FC236}">
                <a16:creationId xmlns:a16="http://schemas.microsoft.com/office/drawing/2014/main" id="{930B2A69-C107-D2D1-ADC8-14C05F3849C8}"/>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9</a:t>
            </a:fld>
            <a:endParaRPr sz="900" b="0" i="0" u="none" strike="noStrike" cap="none">
              <a:solidFill>
                <a:srgbClr val="9E9E9E"/>
              </a:solidFill>
              <a:latin typeface="Calibri"/>
              <a:ea typeface="Calibri"/>
              <a:cs typeface="Calibri"/>
              <a:sym typeface="Calibri"/>
            </a:endParaRPr>
          </a:p>
        </p:txBody>
      </p:sp>
      <p:graphicFrame>
        <p:nvGraphicFramePr>
          <p:cNvPr id="7" name="Diagramme 6">
            <a:extLst>
              <a:ext uri="{FF2B5EF4-FFF2-40B4-BE49-F238E27FC236}">
                <a16:creationId xmlns:a16="http://schemas.microsoft.com/office/drawing/2014/main" id="{1E8E4BCF-A671-B452-7767-EFB7926CC917}"/>
              </a:ext>
            </a:extLst>
          </p:cNvPr>
          <p:cNvGraphicFramePr/>
          <p:nvPr>
            <p:extLst>
              <p:ext uri="{D42A27DB-BD31-4B8C-83A1-F6EECF244321}">
                <p14:modId xmlns:p14="http://schemas.microsoft.com/office/powerpoint/2010/main" val="4254956221"/>
              </p:ext>
            </p:extLst>
          </p:nvPr>
        </p:nvGraphicFramePr>
        <p:xfrm>
          <a:off x="563104" y="667258"/>
          <a:ext cx="6984569"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93861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7"/>
          <p:cNvSpPr txBox="1">
            <a:spLocks noGrp="1"/>
          </p:cNvSpPr>
          <p:nvPr>
            <p:ph type="title"/>
          </p:nvPr>
        </p:nvSpPr>
        <p:spPr>
          <a:xfrm>
            <a:off x="389008" y="181044"/>
            <a:ext cx="4689794" cy="418352"/>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sz="2400" dirty="0"/>
              <a:t>Dictionnaire des données : Ventes</a:t>
            </a:r>
            <a:endParaRPr sz="2400" dirty="0"/>
          </a:p>
        </p:txBody>
      </p:sp>
      <p:sp>
        <p:nvSpPr>
          <p:cNvPr id="297" name="Google Shape;297;p37"/>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10</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79F2C852-E925-EBC6-C63C-F236C6084274}"/>
              </a:ext>
            </a:extLst>
          </p:cNvPr>
          <p:cNvPicPr>
            <a:picLocks noChangeAspect="1"/>
          </p:cNvPicPr>
          <p:nvPr/>
        </p:nvPicPr>
        <p:blipFill>
          <a:blip r:embed="rId3"/>
          <a:stretch>
            <a:fillRect/>
          </a:stretch>
        </p:blipFill>
        <p:spPr>
          <a:xfrm>
            <a:off x="391886" y="685697"/>
            <a:ext cx="8360228" cy="39447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3">
          <a:extLst>
            <a:ext uri="{FF2B5EF4-FFF2-40B4-BE49-F238E27FC236}">
              <a16:creationId xmlns:a16="http://schemas.microsoft.com/office/drawing/2014/main" id="{ED2131A6-69AD-7191-3A7F-FEB39116E7DF}"/>
            </a:ext>
          </a:extLst>
        </p:cNvPr>
        <p:cNvGrpSpPr/>
        <p:nvPr/>
      </p:nvGrpSpPr>
      <p:grpSpPr>
        <a:xfrm>
          <a:off x="0" y="0"/>
          <a:ext cx="0" cy="0"/>
          <a:chOff x="0" y="0"/>
          <a:chExt cx="0" cy="0"/>
        </a:xfrm>
      </p:grpSpPr>
      <p:sp>
        <p:nvSpPr>
          <p:cNvPr id="294" name="Google Shape;294;p37">
            <a:extLst>
              <a:ext uri="{FF2B5EF4-FFF2-40B4-BE49-F238E27FC236}">
                <a16:creationId xmlns:a16="http://schemas.microsoft.com/office/drawing/2014/main" id="{A10542D1-4C26-D92D-0B49-A6ED026681DF}"/>
              </a:ext>
            </a:extLst>
          </p:cNvPr>
          <p:cNvSpPr txBox="1">
            <a:spLocks noGrp="1"/>
          </p:cNvSpPr>
          <p:nvPr>
            <p:ph type="title"/>
          </p:nvPr>
        </p:nvSpPr>
        <p:spPr>
          <a:xfrm>
            <a:off x="403998" y="0"/>
            <a:ext cx="4689794"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sz="2400" dirty="0"/>
              <a:t>Dictionnaire des données : Référentiel géographique</a:t>
            </a:r>
            <a:endParaRPr sz="2400" dirty="0"/>
          </a:p>
        </p:txBody>
      </p:sp>
      <p:sp>
        <p:nvSpPr>
          <p:cNvPr id="297" name="Google Shape;297;p37">
            <a:extLst>
              <a:ext uri="{FF2B5EF4-FFF2-40B4-BE49-F238E27FC236}">
                <a16:creationId xmlns:a16="http://schemas.microsoft.com/office/drawing/2014/main" id="{5D852264-579D-B3D0-B906-18E10B1D7238}"/>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11</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A624E895-4ECC-947D-8311-4442233A4759}"/>
              </a:ext>
            </a:extLst>
          </p:cNvPr>
          <p:cNvPicPr>
            <a:picLocks noChangeAspect="1"/>
          </p:cNvPicPr>
          <p:nvPr/>
        </p:nvPicPr>
        <p:blipFill>
          <a:blip r:embed="rId3"/>
          <a:stretch>
            <a:fillRect/>
          </a:stretch>
        </p:blipFill>
        <p:spPr>
          <a:xfrm>
            <a:off x="330895" y="1324933"/>
            <a:ext cx="8717797" cy="2057500"/>
          </a:xfrm>
          <a:prstGeom prst="rect">
            <a:avLst/>
          </a:prstGeom>
        </p:spPr>
      </p:pic>
    </p:spTree>
    <p:extLst>
      <p:ext uri="{BB962C8B-B14F-4D97-AF65-F5344CB8AC3E}">
        <p14:creationId xmlns:p14="http://schemas.microsoft.com/office/powerpoint/2010/main" val="1562218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8"/>
          <p:cNvSpPr txBox="1">
            <a:spLocks noGrp="1"/>
          </p:cNvSpPr>
          <p:nvPr>
            <p:ph type="title"/>
          </p:nvPr>
        </p:nvSpPr>
        <p:spPr>
          <a:xfrm>
            <a:off x="389007" y="142407"/>
            <a:ext cx="4689794" cy="403151"/>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sz="2400" dirty="0"/>
              <a:t>Le schéma relationnel normalisé</a:t>
            </a:r>
            <a:endParaRPr sz="2400" dirty="0"/>
          </a:p>
        </p:txBody>
      </p:sp>
      <p:sp>
        <p:nvSpPr>
          <p:cNvPr id="306" name="Google Shape;306;p38"/>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12</a:t>
            </a:fld>
            <a:endParaRPr sz="900" b="0" i="0" u="none" strike="noStrike" cap="none">
              <a:solidFill>
                <a:srgbClr val="9E9E9E"/>
              </a:solidFill>
              <a:latin typeface="Calibri"/>
              <a:ea typeface="Calibri"/>
              <a:cs typeface="Calibri"/>
              <a:sym typeface="Calibri"/>
            </a:endParaRPr>
          </a:p>
        </p:txBody>
      </p:sp>
      <p:pic>
        <p:nvPicPr>
          <p:cNvPr id="5" name="Image 4">
            <a:extLst>
              <a:ext uri="{FF2B5EF4-FFF2-40B4-BE49-F238E27FC236}">
                <a16:creationId xmlns:a16="http://schemas.microsoft.com/office/drawing/2014/main" id="{CC670086-33B1-E650-E540-EE0625F2DCC8}"/>
              </a:ext>
            </a:extLst>
          </p:cNvPr>
          <p:cNvPicPr>
            <a:picLocks noChangeAspect="1"/>
          </p:cNvPicPr>
          <p:nvPr/>
        </p:nvPicPr>
        <p:blipFill>
          <a:blip r:embed="rId3"/>
          <a:stretch>
            <a:fillRect/>
          </a:stretch>
        </p:blipFill>
        <p:spPr>
          <a:xfrm>
            <a:off x="389007" y="953326"/>
            <a:ext cx="6334115" cy="34837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9">
          <a:extLst>
            <a:ext uri="{FF2B5EF4-FFF2-40B4-BE49-F238E27FC236}">
              <a16:creationId xmlns:a16="http://schemas.microsoft.com/office/drawing/2014/main" id="{2A17F601-A9A8-60E4-801D-0DEBB487B347}"/>
            </a:ext>
          </a:extLst>
        </p:cNvPr>
        <p:cNvGrpSpPr/>
        <p:nvPr/>
      </p:nvGrpSpPr>
      <p:grpSpPr>
        <a:xfrm>
          <a:off x="0" y="0"/>
          <a:ext cx="0" cy="0"/>
          <a:chOff x="0" y="0"/>
          <a:chExt cx="0" cy="0"/>
        </a:xfrm>
      </p:grpSpPr>
      <p:pic>
        <p:nvPicPr>
          <p:cNvPr id="330" name="Google Shape;330;p41" title="Image de bâtiment">
            <a:extLst>
              <a:ext uri="{FF2B5EF4-FFF2-40B4-BE49-F238E27FC236}">
                <a16:creationId xmlns:a16="http://schemas.microsoft.com/office/drawing/2014/main" id="{44662B63-BECA-8D06-AAD4-39E2B01BD6EA}"/>
              </a:ext>
            </a:extLst>
          </p:cNvPr>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331" name="Google Shape;331;p41" descr="Hexagone de couleur foncée unie au milieu d’accentuation d’image">
            <a:extLst>
              <a:ext uri="{FF2B5EF4-FFF2-40B4-BE49-F238E27FC236}">
                <a16:creationId xmlns:a16="http://schemas.microsoft.com/office/drawing/2014/main" id="{054EE36E-F4DD-78C4-6684-CFE012CC47F7}"/>
              </a:ext>
            </a:extLst>
          </p:cNvPr>
          <p:cNvSpPr/>
          <p:nvPr/>
        </p:nvSpPr>
        <p:spPr>
          <a:xfrm rot="-5400000">
            <a:off x="2009777" y="1791686"/>
            <a:ext cx="1809749" cy="1560129"/>
          </a:xfrm>
          <a:prstGeom prst="hexagon">
            <a:avLst>
              <a:gd name="adj" fmla="val 25000"/>
              <a:gd name="vf" fmla="val 115470"/>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32" name="Google Shape;332;p41">
            <a:extLst>
              <a:ext uri="{FF2B5EF4-FFF2-40B4-BE49-F238E27FC236}">
                <a16:creationId xmlns:a16="http://schemas.microsoft.com/office/drawing/2014/main" id="{40B46120-DDEE-D796-7263-E80DF3BD575E}"/>
              </a:ext>
            </a:extLst>
          </p:cNvPr>
          <p:cNvSpPr txBox="1">
            <a:spLocks noGrp="1"/>
          </p:cNvSpPr>
          <p:nvPr>
            <p:ph type="title"/>
          </p:nvPr>
        </p:nvSpPr>
        <p:spPr>
          <a:xfrm>
            <a:off x="4712882" y="1490565"/>
            <a:ext cx="3683725" cy="1342391"/>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000"/>
              <a:buFont typeface="Calibri"/>
              <a:buNone/>
            </a:pPr>
            <a:r>
              <a:rPr lang="fr" b="0" dirty="0"/>
              <a:t>Base de données</a:t>
            </a:r>
            <a:endParaRPr dirty="0"/>
          </a:p>
        </p:txBody>
      </p:sp>
      <p:sp>
        <p:nvSpPr>
          <p:cNvPr id="333" name="Google Shape;333;p41" descr="Hexagone de couleur foncée unie au milieu d’accentuation d’image">
            <a:extLst>
              <a:ext uri="{FF2B5EF4-FFF2-40B4-BE49-F238E27FC236}">
                <a16:creationId xmlns:a16="http://schemas.microsoft.com/office/drawing/2014/main" id="{B1B57476-A0B8-3577-039B-13A79D316804}"/>
              </a:ext>
            </a:extLst>
          </p:cNvPr>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335" name="Google Shape;335;p41" descr="https://lh5.googleusercontent.com/TcdnvzxQ7ulQo8GiFwfIKujloK6EfAJv7ikP-EvnfdTVQnROS3WXw6XSx9Cpd73e_l7GCUAnbxroB-qlzG2fvYdCyl-Y5QZ95MpiD-GfDN-4taJyHRqsr3vOZzc3ONTBu52b0HIdUOMeHvdHiA_5tD0">
            <a:extLst>
              <a:ext uri="{FF2B5EF4-FFF2-40B4-BE49-F238E27FC236}">
                <a16:creationId xmlns:a16="http://schemas.microsoft.com/office/drawing/2014/main" id="{B1B10C47-55B2-C574-AC63-40D6F3163EA5}"/>
              </a:ext>
            </a:extLst>
          </p:cNvPr>
          <p:cNvPicPr preferRelativeResize="0"/>
          <p:nvPr/>
        </p:nvPicPr>
        <p:blipFill rotWithShape="1">
          <a:blip r:embed="rId4">
            <a:alphaModFix/>
          </a:blip>
          <a:srcRect l="11387" t="12667" r="63940" b="13973"/>
          <a:stretch/>
        </p:blipFill>
        <p:spPr>
          <a:xfrm>
            <a:off x="1979722" y="1607746"/>
            <a:ext cx="1801842" cy="1779869"/>
          </a:xfrm>
          <a:prstGeom prst="rect">
            <a:avLst/>
          </a:prstGeom>
          <a:noFill/>
          <a:ln>
            <a:noFill/>
          </a:ln>
        </p:spPr>
      </p:pic>
    </p:spTree>
    <p:extLst>
      <p:ext uri="{BB962C8B-B14F-4D97-AF65-F5344CB8AC3E}">
        <p14:creationId xmlns:p14="http://schemas.microsoft.com/office/powerpoint/2010/main" val="1621622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9"/>
          <p:cNvSpPr txBox="1">
            <a:spLocks noGrp="1"/>
          </p:cNvSpPr>
          <p:nvPr>
            <p:ph type="title"/>
          </p:nvPr>
        </p:nvSpPr>
        <p:spPr>
          <a:xfrm>
            <a:off x="390523" y="102394"/>
            <a:ext cx="4689794" cy="429758"/>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sz="2400" dirty="0"/>
              <a:t>Création de la base de données</a:t>
            </a:r>
            <a:endParaRPr sz="2400" dirty="0"/>
          </a:p>
        </p:txBody>
      </p:sp>
      <p:sp>
        <p:nvSpPr>
          <p:cNvPr id="315" name="Google Shape;315;p39"/>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14</a:t>
            </a:fld>
            <a:endParaRPr sz="900" b="0" i="0" u="none" strike="noStrike" cap="none">
              <a:solidFill>
                <a:srgbClr val="9E9E9E"/>
              </a:solidFill>
              <a:latin typeface="Calibri"/>
              <a:ea typeface="Calibri"/>
              <a:cs typeface="Calibri"/>
              <a:sym typeface="Calibri"/>
            </a:endParaRPr>
          </a:p>
        </p:txBody>
      </p:sp>
      <p:pic>
        <p:nvPicPr>
          <p:cNvPr id="3" name="Image 2" descr="Une image contenant texte, capture d’écran, Police, nombre&#10;&#10;Le contenu généré par l’IA peut être incorrect.">
            <a:extLst>
              <a:ext uri="{FF2B5EF4-FFF2-40B4-BE49-F238E27FC236}">
                <a16:creationId xmlns:a16="http://schemas.microsoft.com/office/drawing/2014/main" id="{C029596B-F299-0DD9-1D7A-16154ABBDB39}"/>
              </a:ext>
            </a:extLst>
          </p:cNvPr>
          <p:cNvPicPr>
            <a:picLocks noChangeAspect="1"/>
          </p:cNvPicPr>
          <p:nvPr/>
        </p:nvPicPr>
        <p:blipFill>
          <a:blip r:embed="rId3"/>
          <a:stretch>
            <a:fillRect/>
          </a:stretch>
        </p:blipFill>
        <p:spPr>
          <a:xfrm>
            <a:off x="4479223" y="799558"/>
            <a:ext cx="1562100" cy="3600450"/>
          </a:xfrm>
          <a:prstGeom prst="rect">
            <a:avLst/>
          </a:prstGeom>
        </p:spPr>
      </p:pic>
      <p:pic>
        <p:nvPicPr>
          <p:cNvPr id="5" name="Graphique 4">
            <a:extLst>
              <a:ext uri="{FF2B5EF4-FFF2-40B4-BE49-F238E27FC236}">
                <a16:creationId xmlns:a16="http://schemas.microsoft.com/office/drawing/2014/main" id="{683C44F1-903B-08D9-B9AA-11FC069DA40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0523" y="1663263"/>
            <a:ext cx="3807502" cy="10824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0"/>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Autofit/>
          </a:bodyPr>
          <a:lstStyle/>
          <a:p>
            <a:pPr marL="0" lvl="0" indent="0" algn="l" rtl="0">
              <a:lnSpc>
                <a:spcPct val="90000"/>
              </a:lnSpc>
              <a:spcBef>
                <a:spcPts val="0"/>
              </a:spcBef>
              <a:spcAft>
                <a:spcPts val="0"/>
              </a:spcAft>
              <a:buClr>
                <a:schemeClr val="accent1"/>
              </a:buClr>
              <a:buSzPts val="2400"/>
              <a:buFont typeface="Calibri"/>
              <a:buNone/>
            </a:pPr>
            <a:r>
              <a:rPr lang="fr" sz="2400" dirty="0"/>
              <a:t>Création et remplissage de la table TypeLocal</a:t>
            </a:r>
            <a:endParaRPr sz="2400" dirty="0"/>
          </a:p>
        </p:txBody>
      </p:sp>
      <p:sp>
        <p:nvSpPr>
          <p:cNvPr id="324" name="Google Shape;324;p40"/>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15</a:t>
            </a:fld>
            <a:endParaRPr sz="900" b="0" i="0" u="none" strike="noStrike" cap="none">
              <a:solidFill>
                <a:srgbClr val="9E9E9E"/>
              </a:solidFill>
              <a:latin typeface="Calibri"/>
              <a:ea typeface="Calibri"/>
              <a:cs typeface="Calibri"/>
              <a:sym typeface="Calibri"/>
            </a:endParaRPr>
          </a:p>
        </p:txBody>
      </p:sp>
      <p:pic>
        <p:nvPicPr>
          <p:cNvPr id="7" name="Image 6">
            <a:extLst>
              <a:ext uri="{FF2B5EF4-FFF2-40B4-BE49-F238E27FC236}">
                <a16:creationId xmlns:a16="http://schemas.microsoft.com/office/drawing/2014/main" id="{BB04FDBB-3EF4-13C3-748D-2ACD667060EC}"/>
              </a:ext>
            </a:extLst>
          </p:cNvPr>
          <p:cNvPicPr>
            <a:picLocks noChangeAspect="1"/>
          </p:cNvPicPr>
          <p:nvPr/>
        </p:nvPicPr>
        <p:blipFill>
          <a:blip r:embed="rId3"/>
          <a:stretch>
            <a:fillRect/>
          </a:stretch>
        </p:blipFill>
        <p:spPr>
          <a:xfrm>
            <a:off x="3189085" y="1017748"/>
            <a:ext cx="2765830" cy="351465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98E8EDC7-70BE-2BFB-A7C9-4C6B24957C6C}"/>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5EA42DE3-8064-70AF-5404-F7D832B4B03E}"/>
              </a:ext>
            </a:extLst>
          </p:cNvPr>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Autofit/>
          </a:bodyPr>
          <a:lstStyle/>
          <a:p>
            <a:pPr lvl="0">
              <a:buSzPts val="2400"/>
            </a:pPr>
            <a:r>
              <a:rPr lang="fr" sz="2400" dirty="0"/>
              <a:t>Création et remplissage de la table TypeVoie</a:t>
            </a:r>
            <a:endParaRPr sz="2400" dirty="0"/>
          </a:p>
        </p:txBody>
      </p:sp>
      <p:sp>
        <p:nvSpPr>
          <p:cNvPr id="324" name="Google Shape;324;p40">
            <a:extLst>
              <a:ext uri="{FF2B5EF4-FFF2-40B4-BE49-F238E27FC236}">
                <a16:creationId xmlns:a16="http://schemas.microsoft.com/office/drawing/2014/main" id="{337697D9-2A11-546B-D7E9-8FE98E99871C}"/>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16</a:t>
            </a:fld>
            <a:endParaRPr sz="900" b="0" i="0" u="none" strike="noStrike" cap="none">
              <a:solidFill>
                <a:srgbClr val="9E9E9E"/>
              </a:solidFill>
              <a:latin typeface="Calibri"/>
              <a:ea typeface="Calibri"/>
              <a:cs typeface="Calibri"/>
              <a:sym typeface="Calibri"/>
            </a:endParaRPr>
          </a:p>
        </p:txBody>
      </p:sp>
      <p:pic>
        <p:nvPicPr>
          <p:cNvPr id="9" name="Image 8">
            <a:extLst>
              <a:ext uri="{FF2B5EF4-FFF2-40B4-BE49-F238E27FC236}">
                <a16:creationId xmlns:a16="http://schemas.microsoft.com/office/drawing/2014/main" id="{DC18FB9C-3840-85BB-7686-6AC27132480D}"/>
              </a:ext>
            </a:extLst>
          </p:cNvPr>
          <p:cNvPicPr>
            <a:picLocks noChangeAspect="1"/>
          </p:cNvPicPr>
          <p:nvPr/>
        </p:nvPicPr>
        <p:blipFill>
          <a:blip r:embed="rId3"/>
          <a:stretch>
            <a:fillRect/>
          </a:stretch>
        </p:blipFill>
        <p:spPr>
          <a:xfrm>
            <a:off x="389008" y="1138495"/>
            <a:ext cx="3966206" cy="3441000"/>
          </a:xfrm>
          <a:prstGeom prst="rect">
            <a:avLst/>
          </a:prstGeom>
        </p:spPr>
      </p:pic>
      <p:pic>
        <p:nvPicPr>
          <p:cNvPr id="11" name="Image 10">
            <a:extLst>
              <a:ext uri="{FF2B5EF4-FFF2-40B4-BE49-F238E27FC236}">
                <a16:creationId xmlns:a16="http://schemas.microsoft.com/office/drawing/2014/main" id="{EE9B2B06-79B3-29C2-3AB4-121F2C102E62}"/>
              </a:ext>
            </a:extLst>
          </p:cNvPr>
          <p:cNvPicPr>
            <a:picLocks noChangeAspect="1"/>
          </p:cNvPicPr>
          <p:nvPr/>
        </p:nvPicPr>
        <p:blipFill>
          <a:blip r:embed="rId4"/>
          <a:stretch>
            <a:fillRect/>
          </a:stretch>
        </p:blipFill>
        <p:spPr>
          <a:xfrm>
            <a:off x="4788788" y="1138495"/>
            <a:ext cx="2409574" cy="2597333"/>
          </a:xfrm>
          <a:prstGeom prst="rect">
            <a:avLst/>
          </a:prstGeom>
        </p:spPr>
      </p:pic>
    </p:spTree>
    <p:extLst>
      <p:ext uri="{BB962C8B-B14F-4D97-AF65-F5344CB8AC3E}">
        <p14:creationId xmlns:p14="http://schemas.microsoft.com/office/powerpoint/2010/main" val="175588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55AAF88E-CA96-864C-CE24-47912D6D9211}"/>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8E5CEC27-FD5C-450A-F06B-C83FFA150387}"/>
              </a:ext>
            </a:extLst>
          </p:cNvPr>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Autofit/>
          </a:bodyPr>
          <a:lstStyle/>
          <a:p>
            <a:pPr lvl="0">
              <a:buSzPts val="2400"/>
            </a:pPr>
            <a:r>
              <a:rPr lang="fr" sz="2400" dirty="0"/>
              <a:t>Création et remplissage de la table Voie</a:t>
            </a:r>
            <a:endParaRPr sz="2400" dirty="0"/>
          </a:p>
        </p:txBody>
      </p:sp>
      <p:sp>
        <p:nvSpPr>
          <p:cNvPr id="324" name="Google Shape;324;p40">
            <a:extLst>
              <a:ext uri="{FF2B5EF4-FFF2-40B4-BE49-F238E27FC236}">
                <a16:creationId xmlns:a16="http://schemas.microsoft.com/office/drawing/2014/main" id="{49CB83DD-D153-E913-91FF-395560489B6E}"/>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17</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0070E309-EE58-D5CB-1D19-B030FF78C5DE}"/>
              </a:ext>
            </a:extLst>
          </p:cNvPr>
          <p:cNvPicPr>
            <a:picLocks noChangeAspect="1"/>
          </p:cNvPicPr>
          <p:nvPr/>
        </p:nvPicPr>
        <p:blipFill>
          <a:blip r:embed="rId3"/>
          <a:stretch>
            <a:fillRect/>
          </a:stretch>
        </p:blipFill>
        <p:spPr>
          <a:xfrm>
            <a:off x="389008" y="1134478"/>
            <a:ext cx="3350550" cy="3336902"/>
          </a:xfrm>
          <a:prstGeom prst="rect">
            <a:avLst/>
          </a:prstGeom>
        </p:spPr>
      </p:pic>
      <p:pic>
        <p:nvPicPr>
          <p:cNvPr id="5" name="Image 4">
            <a:extLst>
              <a:ext uri="{FF2B5EF4-FFF2-40B4-BE49-F238E27FC236}">
                <a16:creationId xmlns:a16="http://schemas.microsoft.com/office/drawing/2014/main" id="{EAC7AD5B-9BAE-56C0-9EB6-A7F48FF5D3A6}"/>
              </a:ext>
            </a:extLst>
          </p:cNvPr>
          <p:cNvPicPr>
            <a:picLocks noChangeAspect="1"/>
          </p:cNvPicPr>
          <p:nvPr/>
        </p:nvPicPr>
        <p:blipFill>
          <a:blip r:embed="rId4"/>
          <a:stretch>
            <a:fillRect/>
          </a:stretch>
        </p:blipFill>
        <p:spPr>
          <a:xfrm>
            <a:off x="4004380" y="1134478"/>
            <a:ext cx="2575275" cy="3176172"/>
          </a:xfrm>
          <a:prstGeom prst="rect">
            <a:avLst/>
          </a:prstGeom>
        </p:spPr>
      </p:pic>
    </p:spTree>
    <p:extLst>
      <p:ext uri="{BB962C8B-B14F-4D97-AF65-F5344CB8AC3E}">
        <p14:creationId xmlns:p14="http://schemas.microsoft.com/office/powerpoint/2010/main" val="41798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AB9C92CD-693E-EE5E-193B-2148E8E4439E}"/>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611E2C15-9669-6000-F5AB-2D331E899094}"/>
              </a:ext>
            </a:extLst>
          </p:cNvPr>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Autofit/>
          </a:bodyPr>
          <a:lstStyle/>
          <a:p>
            <a:pPr lvl="0">
              <a:buSzPts val="2400"/>
            </a:pPr>
            <a:r>
              <a:rPr lang="fr" sz="2400" dirty="0"/>
              <a:t>Création et remplissage de la table Region</a:t>
            </a:r>
            <a:endParaRPr sz="2400" dirty="0"/>
          </a:p>
        </p:txBody>
      </p:sp>
      <p:sp>
        <p:nvSpPr>
          <p:cNvPr id="324" name="Google Shape;324;p40">
            <a:extLst>
              <a:ext uri="{FF2B5EF4-FFF2-40B4-BE49-F238E27FC236}">
                <a16:creationId xmlns:a16="http://schemas.microsoft.com/office/drawing/2014/main" id="{CB5FA264-8DE5-5C30-D2F7-61FFF4AE9A23}"/>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18</a:t>
            </a:fld>
            <a:endParaRPr sz="900" b="0" i="0" u="none" strike="noStrike" cap="none">
              <a:solidFill>
                <a:srgbClr val="9E9E9E"/>
              </a:solidFill>
              <a:latin typeface="Calibri"/>
              <a:ea typeface="Calibri"/>
              <a:cs typeface="Calibri"/>
              <a:sym typeface="Calibri"/>
            </a:endParaRPr>
          </a:p>
        </p:txBody>
      </p:sp>
      <p:pic>
        <p:nvPicPr>
          <p:cNvPr id="4" name="Image 3">
            <a:extLst>
              <a:ext uri="{FF2B5EF4-FFF2-40B4-BE49-F238E27FC236}">
                <a16:creationId xmlns:a16="http://schemas.microsoft.com/office/drawing/2014/main" id="{02E09AA6-395E-16FE-8199-EA4CE1049396}"/>
              </a:ext>
            </a:extLst>
          </p:cNvPr>
          <p:cNvPicPr>
            <a:picLocks noChangeAspect="1"/>
          </p:cNvPicPr>
          <p:nvPr/>
        </p:nvPicPr>
        <p:blipFill>
          <a:blip r:embed="rId3"/>
          <a:stretch>
            <a:fillRect/>
          </a:stretch>
        </p:blipFill>
        <p:spPr>
          <a:xfrm>
            <a:off x="389008" y="1077708"/>
            <a:ext cx="3290198" cy="3378687"/>
          </a:xfrm>
          <a:prstGeom prst="rect">
            <a:avLst/>
          </a:prstGeom>
        </p:spPr>
      </p:pic>
      <p:pic>
        <p:nvPicPr>
          <p:cNvPr id="7" name="Image 6">
            <a:extLst>
              <a:ext uri="{FF2B5EF4-FFF2-40B4-BE49-F238E27FC236}">
                <a16:creationId xmlns:a16="http://schemas.microsoft.com/office/drawing/2014/main" id="{E8FE1716-181D-DABC-D23B-8CCA8449A29A}"/>
              </a:ext>
            </a:extLst>
          </p:cNvPr>
          <p:cNvPicPr>
            <a:picLocks noChangeAspect="1"/>
          </p:cNvPicPr>
          <p:nvPr/>
        </p:nvPicPr>
        <p:blipFill>
          <a:blip r:embed="rId4"/>
          <a:stretch>
            <a:fillRect/>
          </a:stretch>
        </p:blipFill>
        <p:spPr>
          <a:xfrm>
            <a:off x="4039445" y="1077708"/>
            <a:ext cx="2655829" cy="3603230"/>
          </a:xfrm>
          <a:prstGeom prst="rect">
            <a:avLst/>
          </a:prstGeom>
        </p:spPr>
      </p:pic>
    </p:spTree>
    <p:extLst>
      <p:ext uri="{BB962C8B-B14F-4D97-AF65-F5344CB8AC3E}">
        <p14:creationId xmlns:p14="http://schemas.microsoft.com/office/powerpoint/2010/main" val="398443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FBD50806-5DBA-30FA-B4C5-96C6B09E4D02}"/>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5B6C3972-D090-C75C-EC85-6A0E8ED2B706}"/>
              </a:ext>
            </a:extLst>
          </p:cNvPr>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Autofit/>
          </a:bodyPr>
          <a:lstStyle/>
          <a:p>
            <a:pPr lvl="0">
              <a:buSzPts val="2400"/>
            </a:pPr>
            <a:r>
              <a:rPr lang="fr" sz="2400" dirty="0"/>
              <a:t>Création et remplissage de la table Departement</a:t>
            </a:r>
            <a:endParaRPr sz="2400" dirty="0"/>
          </a:p>
        </p:txBody>
      </p:sp>
      <p:sp>
        <p:nvSpPr>
          <p:cNvPr id="324" name="Google Shape;324;p40">
            <a:extLst>
              <a:ext uri="{FF2B5EF4-FFF2-40B4-BE49-F238E27FC236}">
                <a16:creationId xmlns:a16="http://schemas.microsoft.com/office/drawing/2014/main" id="{06CDF4EF-CC95-EB12-8755-8B204F804576}"/>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19</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6802ABA4-33EC-AD09-4897-7FD764470787}"/>
              </a:ext>
            </a:extLst>
          </p:cNvPr>
          <p:cNvPicPr>
            <a:picLocks noChangeAspect="1"/>
          </p:cNvPicPr>
          <p:nvPr/>
        </p:nvPicPr>
        <p:blipFill>
          <a:blip r:embed="rId3"/>
          <a:stretch>
            <a:fillRect/>
          </a:stretch>
        </p:blipFill>
        <p:spPr>
          <a:xfrm>
            <a:off x="389008" y="1192265"/>
            <a:ext cx="3520417" cy="3183044"/>
          </a:xfrm>
          <a:prstGeom prst="rect">
            <a:avLst/>
          </a:prstGeom>
        </p:spPr>
      </p:pic>
      <p:pic>
        <p:nvPicPr>
          <p:cNvPr id="5" name="Image 4">
            <a:extLst>
              <a:ext uri="{FF2B5EF4-FFF2-40B4-BE49-F238E27FC236}">
                <a16:creationId xmlns:a16="http://schemas.microsoft.com/office/drawing/2014/main" id="{CB2E7C29-E5B2-E5C8-4D07-C88650BB7222}"/>
              </a:ext>
            </a:extLst>
          </p:cNvPr>
          <p:cNvPicPr>
            <a:picLocks noChangeAspect="1"/>
          </p:cNvPicPr>
          <p:nvPr/>
        </p:nvPicPr>
        <p:blipFill>
          <a:blip r:embed="rId4"/>
          <a:stretch>
            <a:fillRect/>
          </a:stretch>
        </p:blipFill>
        <p:spPr>
          <a:xfrm>
            <a:off x="4572000" y="1192265"/>
            <a:ext cx="3237339" cy="3183044"/>
          </a:xfrm>
          <a:prstGeom prst="rect">
            <a:avLst/>
          </a:prstGeom>
        </p:spPr>
      </p:pic>
    </p:spTree>
    <p:extLst>
      <p:ext uri="{BB962C8B-B14F-4D97-AF65-F5344CB8AC3E}">
        <p14:creationId xmlns:p14="http://schemas.microsoft.com/office/powerpoint/2010/main" val="278392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BFD51ED7-3989-432A-424A-C778C5456B37}"/>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CF3BC75B-ECA6-7EDA-9D09-54C92E0DD1DE}"/>
              </a:ext>
            </a:extLst>
          </p:cNvPr>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Autofit/>
          </a:bodyPr>
          <a:lstStyle/>
          <a:p>
            <a:pPr lvl="0">
              <a:buSzPts val="2400"/>
            </a:pPr>
            <a:r>
              <a:rPr lang="fr" sz="2400" dirty="0"/>
              <a:t>Création et remplissage de la table Commune</a:t>
            </a:r>
            <a:endParaRPr sz="2400" dirty="0"/>
          </a:p>
        </p:txBody>
      </p:sp>
      <p:sp>
        <p:nvSpPr>
          <p:cNvPr id="324" name="Google Shape;324;p40">
            <a:extLst>
              <a:ext uri="{FF2B5EF4-FFF2-40B4-BE49-F238E27FC236}">
                <a16:creationId xmlns:a16="http://schemas.microsoft.com/office/drawing/2014/main" id="{C74474F8-7ADE-0214-0A9F-D3E404C01E33}"/>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20</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0F1E2DF7-5E5E-8CB2-FA00-99D335C9C427}"/>
              </a:ext>
            </a:extLst>
          </p:cNvPr>
          <p:cNvPicPr>
            <a:picLocks noChangeAspect="1"/>
          </p:cNvPicPr>
          <p:nvPr/>
        </p:nvPicPr>
        <p:blipFill>
          <a:blip r:embed="rId3"/>
          <a:stretch>
            <a:fillRect/>
          </a:stretch>
        </p:blipFill>
        <p:spPr>
          <a:xfrm>
            <a:off x="389008" y="1071150"/>
            <a:ext cx="3881293" cy="3232269"/>
          </a:xfrm>
          <a:prstGeom prst="rect">
            <a:avLst/>
          </a:prstGeom>
        </p:spPr>
      </p:pic>
      <p:pic>
        <p:nvPicPr>
          <p:cNvPr id="5" name="Image 4">
            <a:extLst>
              <a:ext uri="{FF2B5EF4-FFF2-40B4-BE49-F238E27FC236}">
                <a16:creationId xmlns:a16="http://schemas.microsoft.com/office/drawing/2014/main" id="{7E91F8BA-4227-AA77-B7FE-3EAD3F90EE7F}"/>
              </a:ext>
            </a:extLst>
          </p:cNvPr>
          <p:cNvPicPr>
            <a:picLocks noChangeAspect="1"/>
          </p:cNvPicPr>
          <p:nvPr/>
        </p:nvPicPr>
        <p:blipFill>
          <a:blip r:embed="rId4"/>
          <a:stretch>
            <a:fillRect/>
          </a:stretch>
        </p:blipFill>
        <p:spPr>
          <a:xfrm>
            <a:off x="4572000" y="1071150"/>
            <a:ext cx="4615113" cy="2580493"/>
          </a:xfrm>
          <a:prstGeom prst="rect">
            <a:avLst/>
          </a:prstGeom>
        </p:spPr>
      </p:pic>
    </p:spTree>
    <p:extLst>
      <p:ext uri="{BB962C8B-B14F-4D97-AF65-F5344CB8AC3E}">
        <p14:creationId xmlns:p14="http://schemas.microsoft.com/office/powerpoint/2010/main" val="154979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956F03D3-2218-6EC2-03B3-A71E3A37E05F}"/>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2FD4F607-5D32-8C3F-FAB7-6259A2147538}"/>
              </a:ext>
            </a:extLst>
          </p:cNvPr>
          <p:cNvSpPr txBox="1">
            <a:spLocks noGrp="1"/>
          </p:cNvSpPr>
          <p:nvPr>
            <p:ph type="title"/>
          </p:nvPr>
        </p:nvSpPr>
        <p:spPr>
          <a:xfrm>
            <a:off x="389008" y="156771"/>
            <a:ext cx="4689794" cy="382875"/>
          </a:xfrm>
          <a:prstGeom prst="rect">
            <a:avLst/>
          </a:prstGeom>
          <a:noFill/>
          <a:ln>
            <a:noFill/>
          </a:ln>
        </p:spPr>
        <p:txBody>
          <a:bodyPr spcFirstLastPara="1" wrap="square" lIns="68575" tIns="34275" rIns="68575" bIns="0" anchor="b" anchorCtr="0">
            <a:noAutofit/>
          </a:bodyPr>
          <a:lstStyle/>
          <a:p>
            <a:pPr lvl="0">
              <a:buSzPts val="2400"/>
            </a:pPr>
            <a:r>
              <a:rPr lang="fr" sz="2400" dirty="0"/>
              <a:t>Création de la table Bien</a:t>
            </a:r>
            <a:endParaRPr sz="2400" dirty="0"/>
          </a:p>
        </p:txBody>
      </p:sp>
      <p:sp>
        <p:nvSpPr>
          <p:cNvPr id="324" name="Google Shape;324;p40">
            <a:extLst>
              <a:ext uri="{FF2B5EF4-FFF2-40B4-BE49-F238E27FC236}">
                <a16:creationId xmlns:a16="http://schemas.microsoft.com/office/drawing/2014/main" id="{B997A765-FDB2-36EE-6FAD-93366277CBA5}"/>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21</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949C366C-3A77-275A-CD9D-76D35D02E8B1}"/>
              </a:ext>
            </a:extLst>
          </p:cNvPr>
          <p:cNvPicPr>
            <a:picLocks noChangeAspect="1"/>
          </p:cNvPicPr>
          <p:nvPr/>
        </p:nvPicPr>
        <p:blipFill>
          <a:blip r:embed="rId3"/>
          <a:stretch>
            <a:fillRect/>
          </a:stretch>
        </p:blipFill>
        <p:spPr>
          <a:xfrm>
            <a:off x="2922145" y="783676"/>
            <a:ext cx="3299709" cy="3983587"/>
          </a:xfrm>
          <a:prstGeom prst="rect">
            <a:avLst/>
          </a:prstGeom>
        </p:spPr>
      </p:pic>
    </p:spTree>
    <p:extLst>
      <p:ext uri="{BB962C8B-B14F-4D97-AF65-F5344CB8AC3E}">
        <p14:creationId xmlns:p14="http://schemas.microsoft.com/office/powerpoint/2010/main" val="3128320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266BFA84-35A4-45EE-59CA-C420F2EC551C}"/>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B25664CB-C81F-F37C-0D3F-9BB8A96710F8}"/>
              </a:ext>
            </a:extLst>
          </p:cNvPr>
          <p:cNvSpPr txBox="1">
            <a:spLocks noGrp="1"/>
          </p:cNvSpPr>
          <p:nvPr>
            <p:ph type="title"/>
          </p:nvPr>
        </p:nvSpPr>
        <p:spPr>
          <a:xfrm>
            <a:off x="389008" y="156771"/>
            <a:ext cx="4689794" cy="382875"/>
          </a:xfrm>
          <a:prstGeom prst="rect">
            <a:avLst/>
          </a:prstGeom>
          <a:noFill/>
          <a:ln>
            <a:noFill/>
          </a:ln>
        </p:spPr>
        <p:txBody>
          <a:bodyPr spcFirstLastPara="1" wrap="square" lIns="68575" tIns="34275" rIns="68575" bIns="0" anchor="b" anchorCtr="0">
            <a:noAutofit/>
          </a:bodyPr>
          <a:lstStyle/>
          <a:p>
            <a:pPr lvl="0">
              <a:buSzPts val="2400"/>
            </a:pPr>
            <a:r>
              <a:rPr lang="fr" sz="2400" dirty="0"/>
              <a:t>Remplissage de la table Bien</a:t>
            </a:r>
            <a:endParaRPr sz="2400" dirty="0"/>
          </a:p>
        </p:txBody>
      </p:sp>
      <p:sp>
        <p:nvSpPr>
          <p:cNvPr id="324" name="Google Shape;324;p40">
            <a:extLst>
              <a:ext uri="{FF2B5EF4-FFF2-40B4-BE49-F238E27FC236}">
                <a16:creationId xmlns:a16="http://schemas.microsoft.com/office/drawing/2014/main" id="{3D3883EB-D338-FBBB-FA4B-3603559B9ACA}"/>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22</a:t>
            </a:fld>
            <a:endParaRPr sz="900" b="0" i="0" u="none" strike="noStrike" cap="none">
              <a:solidFill>
                <a:srgbClr val="9E9E9E"/>
              </a:solidFill>
              <a:latin typeface="Calibri"/>
              <a:ea typeface="Calibri"/>
              <a:cs typeface="Calibri"/>
              <a:sym typeface="Calibri"/>
            </a:endParaRPr>
          </a:p>
        </p:txBody>
      </p:sp>
      <p:pic>
        <p:nvPicPr>
          <p:cNvPr id="5" name="Image 4">
            <a:extLst>
              <a:ext uri="{FF2B5EF4-FFF2-40B4-BE49-F238E27FC236}">
                <a16:creationId xmlns:a16="http://schemas.microsoft.com/office/drawing/2014/main" id="{84A9D55A-ADC8-CEC9-B3DD-1C6633B981E1}"/>
              </a:ext>
            </a:extLst>
          </p:cNvPr>
          <p:cNvPicPr>
            <a:picLocks noChangeAspect="1"/>
          </p:cNvPicPr>
          <p:nvPr/>
        </p:nvPicPr>
        <p:blipFill>
          <a:blip r:embed="rId3"/>
          <a:srcRect t="28747" b="5137"/>
          <a:stretch>
            <a:fillRect/>
          </a:stretch>
        </p:blipFill>
        <p:spPr>
          <a:xfrm>
            <a:off x="208927" y="1926240"/>
            <a:ext cx="7299256" cy="2218544"/>
          </a:xfrm>
          <a:prstGeom prst="rect">
            <a:avLst/>
          </a:prstGeom>
        </p:spPr>
      </p:pic>
      <p:pic>
        <p:nvPicPr>
          <p:cNvPr id="7" name="Image 6">
            <a:extLst>
              <a:ext uri="{FF2B5EF4-FFF2-40B4-BE49-F238E27FC236}">
                <a16:creationId xmlns:a16="http://schemas.microsoft.com/office/drawing/2014/main" id="{BC85F553-3280-7234-C95C-46F56D1A9B25}"/>
              </a:ext>
            </a:extLst>
          </p:cNvPr>
          <p:cNvPicPr>
            <a:picLocks noChangeAspect="1"/>
          </p:cNvPicPr>
          <p:nvPr/>
        </p:nvPicPr>
        <p:blipFill>
          <a:blip r:embed="rId4"/>
          <a:srcRect l="64284" t="29824" b="4937"/>
          <a:stretch>
            <a:fillRect/>
          </a:stretch>
        </p:blipFill>
        <p:spPr>
          <a:xfrm>
            <a:off x="6340839" y="1926240"/>
            <a:ext cx="2641237" cy="2278504"/>
          </a:xfrm>
          <a:prstGeom prst="rect">
            <a:avLst/>
          </a:prstGeom>
        </p:spPr>
      </p:pic>
      <p:pic>
        <p:nvPicPr>
          <p:cNvPr id="4" name="Image 3">
            <a:extLst>
              <a:ext uri="{FF2B5EF4-FFF2-40B4-BE49-F238E27FC236}">
                <a16:creationId xmlns:a16="http://schemas.microsoft.com/office/drawing/2014/main" id="{6DCD5EFB-B133-A0CF-49D0-A35F4C4E0968}"/>
              </a:ext>
            </a:extLst>
          </p:cNvPr>
          <p:cNvPicPr>
            <a:picLocks noChangeAspect="1"/>
          </p:cNvPicPr>
          <p:nvPr/>
        </p:nvPicPr>
        <p:blipFill>
          <a:blip r:embed="rId5"/>
          <a:stretch>
            <a:fillRect/>
          </a:stretch>
        </p:blipFill>
        <p:spPr>
          <a:xfrm>
            <a:off x="3152577" y="647073"/>
            <a:ext cx="2838846" cy="1171739"/>
          </a:xfrm>
          <a:prstGeom prst="rect">
            <a:avLst/>
          </a:prstGeom>
        </p:spPr>
      </p:pic>
    </p:spTree>
    <p:extLst>
      <p:ext uri="{BB962C8B-B14F-4D97-AF65-F5344CB8AC3E}">
        <p14:creationId xmlns:p14="http://schemas.microsoft.com/office/powerpoint/2010/main" val="284514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B51C399E-2FFC-6021-9162-DCAC0AA33CB2}"/>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D9DD1587-E28E-1892-E2DF-233FFEE5A4BF}"/>
              </a:ext>
            </a:extLst>
          </p:cNvPr>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Autofit/>
          </a:bodyPr>
          <a:lstStyle/>
          <a:p>
            <a:pPr lvl="0">
              <a:buSzPts val="2400"/>
            </a:pPr>
            <a:r>
              <a:rPr lang="fr" sz="2400" dirty="0"/>
              <a:t>Création et remplissage de la table Vente</a:t>
            </a:r>
            <a:endParaRPr sz="2400" dirty="0"/>
          </a:p>
        </p:txBody>
      </p:sp>
      <p:sp>
        <p:nvSpPr>
          <p:cNvPr id="324" name="Google Shape;324;p40">
            <a:extLst>
              <a:ext uri="{FF2B5EF4-FFF2-40B4-BE49-F238E27FC236}">
                <a16:creationId xmlns:a16="http://schemas.microsoft.com/office/drawing/2014/main" id="{1F338868-B3C3-3C03-C183-16F692C4F41E}"/>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23</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B9C710D0-7598-9760-6759-DF2048CE23C6}"/>
              </a:ext>
            </a:extLst>
          </p:cNvPr>
          <p:cNvPicPr>
            <a:picLocks noChangeAspect="1"/>
          </p:cNvPicPr>
          <p:nvPr/>
        </p:nvPicPr>
        <p:blipFill>
          <a:blip r:embed="rId3"/>
          <a:stretch>
            <a:fillRect/>
          </a:stretch>
        </p:blipFill>
        <p:spPr>
          <a:xfrm>
            <a:off x="389008" y="1102608"/>
            <a:ext cx="3650558" cy="3314578"/>
          </a:xfrm>
          <a:prstGeom prst="rect">
            <a:avLst/>
          </a:prstGeom>
        </p:spPr>
      </p:pic>
      <p:pic>
        <p:nvPicPr>
          <p:cNvPr id="5" name="Image 4">
            <a:extLst>
              <a:ext uri="{FF2B5EF4-FFF2-40B4-BE49-F238E27FC236}">
                <a16:creationId xmlns:a16="http://schemas.microsoft.com/office/drawing/2014/main" id="{16FFB774-77E8-027E-D8EE-CAD3D385FB2E}"/>
              </a:ext>
            </a:extLst>
          </p:cNvPr>
          <p:cNvPicPr>
            <a:picLocks noChangeAspect="1"/>
          </p:cNvPicPr>
          <p:nvPr/>
        </p:nvPicPr>
        <p:blipFill>
          <a:blip r:embed="rId4"/>
          <a:stretch>
            <a:fillRect/>
          </a:stretch>
        </p:blipFill>
        <p:spPr>
          <a:xfrm>
            <a:off x="4572000" y="1102608"/>
            <a:ext cx="3118307" cy="3058848"/>
          </a:xfrm>
          <a:prstGeom prst="rect">
            <a:avLst/>
          </a:prstGeom>
        </p:spPr>
      </p:pic>
    </p:spTree>
    <p:extLst>
      <p:ext uri="{BB962C8B-B14F-4D97-AF65-F5344CB8AC3E}">
        <p14:creationId xmlns:p14="http://schemas.microsoft.com/office/powerpoint/2010/main" val="3923547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41" title="Image de bâtiment"/>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331" name="Google Shape;331;p41"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32" name="Google Shape;332;p41"/>
          <p:cNvSpPr txBox="1">
            <a:spLocks noGrp="1"/>
          </p:cNvSpPr>
          <p:nvPr>
            <p:ph type="title"/>
          </p:nvPr>
        </p:nvSpPr>
        <p:spPr>
          <a:xfrm>
            <a:off x="4712882" y="1490565"/>
            <a:ext cx="3683725" cy="1342391"/>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000"/>
              <a:buFont typeface="Calibri"/>
              <a:buNone/>
            </a:pPr>
            <a:r>
              <a:rPr lang="fr" b="0" dirty="0">
                <a:latin typeface="Calibri"/>
                <a:ea typeface="Calibri"/>
                <a:cs typeface="Calibri"/>
                <a:sym typeface="Calibri"/>
              </a:rPr>
              <a:t>Analyse du marché immobilier</a:t>
            </a:r>
            <a:endParaRPr dirty="0"/>
          </a:p>
        </p:txBody>
      </p:sp>
      <p:sp>
        <p:nvSpPr>
          <p:cNvPr id="333" name="Google Shape;333;p41"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335" name="Google Shape;335;p41" descr="https://lh5.googleusercontent.com/TcdnvzxQ7ulQo8GiFwfIKujloK6EfAJv7ikP-EvnfdTVQnROS3WXw6XSx9Cpd73e_l7GCUAnbxroB-qlzG2fvYdCyl-Y5QZ95MpiD-GfDN-4taJyHRqsr3vOZzc3ONTBu52b0HIdUOMeHvdHiA_5tD0"/>
          <p:cNvPicPr preferRelativeResize="0"/>
          <p:nvPr/>
        </p:nvPicPr>
        <p:blipFill rotWithShape="1">
          <a:blip r:embed="rId4">
            <a:alphaModFix/>
          </a:blip>
          <a:srcRect l="11387" t="12667" r="63940" b="13973"/>
          <a:stretch/>
        </p:blipFill>
        <p:spPr>
          <a:xfrm>
            <a:off x="1979722" y="1607746"/>
            <a:ext cx="1801842" cy="177986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3A564626-C3EF-D3D1-603E-2926335EFA2A}"/>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AD6E7844-E439-0E6D-9565-23380E7EFE4F}"/>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25</a:t>
            </a:fld>
            <a:endParaRPr/>
          </a:p>
        </p:txBody>
      </p:sp>
      <p:sp>
        <p:nvSpPr>
          <p:cNvPr id="341" name="Google Shape;341;p42">
            <a:extLst>
              <a:ext uri="{FF2B5EF4-FFF2-40B4-BE49-F238E27FC236}">
                <a16:creationId xmlns:a16="http://schemas.microsoft.com/office/drawing/2014/main" id="{5BEA0927-432B-3574-3513-B4CCFD000324}"/>
              </a:ext>
            </a:extLst>
          </p:cNvPr>
          <p:cNvSpPr txBox="1">
            <a:spLocks noGrp="1"/>
          </p:cNvSpPr>
          <p:nvPr>
            <p:ph type="title"/>
          </p:nvPr>
        </p:nvSpPr>
        <p:spPr>
          <a:xfrm>
            <a:off x="374019" y="0"/>
            <a:ext cx="4790094" cy="860977"/>
          </a:xfrm>
          <a:prstGeom prst="rect">
            <a:avLst/>
          </a:prstGeom>
          <a:noFill/>
          <a:ln>
            <a:noFill/>
          </a:ln>
        </p:spPr>
        <p:txBody>
          <a:bodyPr spcFirstLastPara="1" wrap="square" lIns="68575" tIns="34275" rIns="68575" bIns="0" anchor="b" anchorCtr="0">
            <a:normAutofit/>
          </a:bodyPr>
          <a:lstStyle/>
          <a:p>
            <a:pPr lvl="0"/>
            <a:r>
              <a:rPr lang="fr-FR" sz="2400" dirty="0"/>
              <a:t>Nombre total d’appartements vendus au 1er semestre 2020</a:t>
            </a:r>
          </a:p>
        </p:txBody>
      </p:sp>
      <p:pic>
        <p:nvPicPr>
          <p:cNvPr id="5" name="Image 4">
            <a:extLst>
              <a:ext uri="{FF2B5EF4-FFF2-40B4-BE49-F238E27FC236}">
                <a16:creationId xmlns:a16="http://schemas.microsoft.com/office/drawing/2014/main" id="{69FC4528-E952-8024-B530-70B629399281}"/>
              </a:ext>
            </a:extLst>
          </p:cNvPr>
          <p:cNvPicPr>
            <a:picLocks noChangeAspect="1"/>
          </p:cNvPicPr>
          <p:nvPr/>
        </p:nvPicPr>
        <p:blipFill>
          <a:blip r:embed="rId3"/>
          <a:stretch>
            <a:fillRect/>
          </a:stretch>
        </p:blipFill>
        <p:spPr>
          <a:xfrm>
            <a:off x="374019" y="1161908"/>
            <a:ext cx="8764362" cy="3222716"/>
          </a:xfrm>
          <a:prstGeom prst="rect">
            <a:avLst/>
          </a:prstGeom>
        </p:spPr>
      </p:pic>
    </p:spTree>
    <p:extLst>
      <p:ext uri="{BB962C8B-B14F-4D97-AF65-F5344CB8AC3E}">
        <p14:creationId xmlns:p14="http://schemas.microsoft.com/office/powerpoint/2010/main" val="1792769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A36DBC0B-219C-91D8-4DE7-E6AE9628AB1E}"/>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AA94FD5F-BC30-E316-EBA4-E5887C56288E}"/>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26</a:t>
            </a:fld>
            <a:endParaRPr/>
          </a:p>
        </p:txBody>
      </p:sp>
      <p:sp>
        <p:nvSpPr>
          <p:cNvPr id="341" name="Google Shape;341;p42">
            <a:extLst>
              <a:ext uri="{FF2B5EF4-FFF2-40B4-BE49-F238E27FC236}">
                <a16:creationId xmlns:a16="http://schemas.microsoft.com/office/drawing/2014/main" id="{0CB830B6-7414-4585-5B71-4BCFFEA360AB}"/>
              </a:ext>
            </a:extLst>
          </p:cNvPr>
          <p:cNvSpPr txBox="1">
            <a:spLocks noGrp="1"/>
          </p:cNvSpPr>
          <p:nvPr>
            <p:ph type="title"/>
          </p:nvPr>
        </p:nvSpPr>
        <p:spPr>
          <a:xfrm>
            <a:off x="433978" y="0"/>
            <a:ext cx="4876494" cy="860977"/>
          </a:xfrm>
          <a:prstGeom prst="rect">
            <a:avLst/>
          </a:prstGeom>
        </p:spPr>
        <p:txBody>
          <a:bodyPr spcFirstLastPara="1" wrap="square" lIns="68575" tIns="34275" rIns="68575" bIns="0" anchor="b" anchorCtr="0">
            <a:noAutofit/>
          </a:bodyPr>
          <a:lstStyle/>
          <a:p>
            <a:pPr lvl="0"/>
            <a:r>
              <a:rPr lang="fr-FR" sz="2400" dirty="0"/>
              <a:t>Le nombre de ventes d’appartement par région pour le 1er semestre 2020</a:t>
            </a:r>
          </a:p>
        </p:txBody>
      </p:sp>
      <p:pic>
        <p:nvPicPr>
          <p:cNvPr id="4" name="Image 3">
            <a:extLst>
              <a:ext uri="{FF2B5EF4-FFF2-40B4-BE49-F238E27FC236}">
                <a16:creationId xmlns:a16="http://schemas.microsoft.com/office/drawing/2014/main" id="{EBBEA156-DB85-38DF-BEB3-B9D07BD4DF23}"/>
              </a:ext>
            </a:extLst>
          </p:cNvPr>
          <p:cNvPicPr>
            <a:picLocks noChangeAspect="1"/>
          </p:cNvPicPr>
          <p:nvPr/>
        </p:nvPicPr>
        <p:blipFill>
          <a:blip r:embed="rId3"/>
          <a:stretch>
            <a:fillRect/>
          </a:stretch>
        </p:blipFill>
        <p:spPr>
          <a:xfrm>
            <a:off x="516893" y="1121528"/>
            <a:ext cx="4846045" cy="1748505"/>
          </a:xfrm>
          <a:prstGeom prst="rect">
            <a:avLst/>
          </a:prstGeom>
        </p:spPr>
      </p:pic>
      <p:pic>
        <p:nvPicPr>
          <p:cNvPr id="3" name="Image 2">
            <a:extLst>
              <a:ext uri="{FF2B5EF4-FFF2-40B4-BE49-F238E27FC236}">
                <a16:creationId xmlns:a16="http://schemas.microsoft.com/office/drawing/2014/main" id="{89689A0B-3376-86F4-AD7D-FBE56FCBBEB9}"/>
              </a:ext>
            </a:extLst>
          </p:cNvPr>
          <p:cNvPicPr>
            <a:picLocks noChangeAspect="1"/>
          </p:cNvPicPr>
          <p:nvPr/>
        </p:nvPicPr>
        <p:blipFill>
          <a:blip r:embed="rId4"/>
          <a:stretch>
            <a:fillRect/>
          </a:stretch>
        </p:blipFill>
        <p:spPr>
          <a:xfrm>
            <a:off x="5362938" y="2065807"/>
            <a:ext cx="3636065" cy="2498444"/>
          </a:xfrm>
          <a:prstGeom prst="rect">
            <a:avLst/>
          </a:prstGeom>
        </p:spPr>
      </p:pic>
    </p:spTree>
    <p:extLst>
      <p:ext uri="{BB962C8B-B14F-4D97-AF65-F5344CB8AC3E}">
        <p14:creationId xmlns:p14="http://schemas.microsoft.com/office/powerpoint/2010/main" val="1455455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6C2A7541-D56E-82CF-F1F7-C3A391146F82}"/>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55C0AEF8-8121-4DED-1B03-377C978D6215}"/>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27</a:t>
            </a:fld>
            <a:endParaRPr/>
          </a:p>
        </p:txBody>
      </p:sp>
      <p:sp>
        <p:nvSpPr>
          <p:cNvPr id="341" name="Google Shape;341;p42">
            <a:extLst>
              <a:ext uri="{FF2B5EF4-FFF2-40B4-BE49-F238E27FC236}">
                <a16:creationId xmlns:a16="http://schemas.microsoft.com/office/drawing/2014/main" id="{05DA278B-8D80-8154-A272-D42D9004DB54}"/>
              </a:ext>
            </a:extLst>
          </p:cNvPr>
          <p:cNvSpPr txBox="1">
            <a:spLocks noGrp="1"/>
          </p:cNvSpPr>
          <p:nvPr>
            <p:ph type="title"/>
          </p:nvPr>
        </p:nvSpPr>
        <p:spPr>
          <a:xfrm>
            <a:off x="403485" y="89941"/>
            <a:ext cx="5105400" cy="667062"/>
          </a:xfrm>
          <a:prstGeom prst="rect">
            <a:avLst/>
          </a:prstGeom>
          <a:noFill/>
          <a:ln>
            <a:noFill/>
          </a:ln>
        </p:spPr>
        <p:txBody>
          <a:bodyPr spcFirstLastPara="1" wrap="square" lIns="68575" tIns="34275" rIns="68575" bIns="0" anchor="b" anchorCtr="0">
            <a:noAutofit/>
          </a:bodyPr>
          <a:lstStyle/>
          <a:p>
            <a:pPr lvl="0"/>
            <a:r>
              <a:rPr lang="fr-FR" sz="2400" dirty="0"/>
              <a:t>Proportion des ventes d’appartements par le nombre de pièces</a:t>
            </a:r>
          </a:p>
        </p:txBody>
      </p:sp>
      <p:pic>
        <p:nvPicPr>
          <p:cNvPr id="15" name="Image 14">
            <a:extLst>
              <a:ext uri="{FF2B5EF4-FFF2-40B4-BE49-F238E27FC236}">
                <a16:creationId xmlns:a16="http://schemas.microsoft.com/office/drawing/2014/main" id="{44153D12-B010-FF2C-F213-3C26351CF8A2}"/>
              </a:ext>
            </a:extLst>
          </p:cNvPr>
          <p:cNvPicPr>
            <a:picLocks noChangeAspect="1"/>
          </p:cNvPicPr>
          <p:nvPr/>
        </p:nvPicPr>
        <p:blipFill>
          <a:blip r:embed="rId3"/>
          <a:stretch>
            <a:fillRect/>
          </a:stretch>
        </p:blipFill>
        <p:spPr>
          <a:xfrm>
            <a:off x="403485" y="1084163"/>
            <a:ext cx="6782747" cy="1790950"/>
          </a:xfrm>
          <a:prstGeom prst="rect">
            <a:avLst/>
          </a:prstGeom>
        </p:spPr>
      </p:pic>
      <p:pic>
        <p:nvPicPr>
          <p:cNvPr id="3" name="Image 2">
            <a:extLst>
              <a:ext uri="{FF2B5EF4-FFF2-40B4-BE49-F238E27FC236}">
                <a16:creationId xmlns:a16="http://schemas.microsoft.com/office/drawing/2014/main" id="{5187F8BD-AE47-C54D-9B7A-B9FE6A013586}"/>
              </a:ext>
            </a:extLst>
          </p:cNvPr>
          <p:cNvPicPr>
            <a:picLocks noChangeAspect="1"/>
          </p:cNvPicPr>
          <p:nvPr/>
        </p:nvPicPr>
        <p:blipFill>
          <a:blip r:embed="rId4"/>
          <a:stretch>
            <a:fillRect/>
          </a:stretch>
        </p:blipFill>
        <p:spPr>
          <a:xfrm>
            <a:off x="5115818" y="2093881"/>
            <a:ext cx="3391373" cy="2381582"/>
          </a:xfrm>
          <a:prstGeom prst="rect">
            <a:avLst/>
          </a:prstGeom>
        </p:spPr>
      </p:pic>
    </p:spTree>
    <p:extLst>
      <p:ext uri="{BB962C8B-B14F-4D97-AF65-F5344CB8AC3E}">
        <p14:creationId xmlns:p14="http://schemas.microsoft.com/office/powerpoint/2010/main" val="54265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379C3F0D-4C24-6084-6177-0B286132F790}"/>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64EB6BA9-A379-2DFD-39FE-1808CD54AAE2}"/>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28</a:t>
            </a:fld>
            <a:endParaRPr/>
          </a:p>
        </p:txBody>
      </p:sp>
      <p:sp>
        <p:nvSpPr>
          <p:cNvPr id="341" name="Google Shape;341;p42">
            <a:extLst>
              <a:ext uri="{FF2B5EF4-FFF2-40B4-BE49-F238E27FC236}">
                <a16:creationId xmlns:a16="http://schemas.microsoft.com/office/drawing/2014/main" id="{38FA839B-1936-AB43-CCC4-EEDC5930B06B}"/>
              </a:ext>
            </a:extLst>
          </p:cNvPr>
          <p:cNvSpPr txBox="1">
            <a:spLocks noGrp="1"/>
          </p:cNvSpPr>
          <p:nvPr>
            <p:ph type="title"/>
          </p:nvPr>
        </p:nvSpPr>
        <p:spPr>
          <a:xfrm>
            <a:off x="441475" y="-27093"/>
            <a:ext cx="4939994" cy="860977"/>
          </a:xfrm>
          <a:prstGeom prst="rect">
            <a:avLst/>
          </a:prstGeom>
          <a:noFill/>
          <a:ln>
            <a:noFill/>
          </a:ln>
        </p:spPr>
        <p:txBody>
          <a:bodyPr spcFirstLastPara="1" wrap="square" lIns="68575" tIns="34275" rIns="68575" bIns="0" anchor="b" anchorCtr="0">
            <a:normAutofit/>
          </a:bodyPr>
          <a:lstStyle/>
          <a:p>
            <a:pPr lvl="0"/>
            <a:r>
              <a:rPr lang="fr-FR" sz="2400" dirty="0"/>
              <a:t>Liste des 10 départements où le prix du mètre carré est le plus élevé</a:t>
            </a:r>
          </a:p>
        </p:txBody>
      </p:sp>
      <p:pic>
        <p:nvPicPr>
          <p:cNvPr id="5" name="Image 4">
            <a:extLst>
              <a:ext uri="{FF2B5EF4-FFF2-40B4-BE49-F238E27FC236}">
                <a16:creationId xmlns:a16="http://schemas.microsoft.com/office/drawing/2014/main" id="{78BDCDA0-8101-2E85-511D-469186972337}"/>
              </a:ext>
            </a:extLst>
          </p:cNvPr>
          <p:cNvPicPr>
            <a:picLocks noChangeAspect="1"/>
          </p:cNvPicPr>
          <p:nvPr/>
        </p:nvPicPr>
        <p:blipFill>
          <a:blip r:embed="rId3"/>
          <a:stretch>
            <a:fillRect/>
          </a:stretch>
        </p:blipFill>
        <p:spPr>
          <a:xfrm>
            <a:off x="441475" y="1040837"/>
            <a:ext cx="6582694" cy="2010056"/>
          </a:xfrm>
          <a:prstGeom prst="rect">
            <a:avLst/>
          </a:prstGeom>
        </p:spPr>
      </p:pic>
      <p:pic>
        <p:nvPicPr>
          <p:cNvPr id="7" name="Image 6">
            <a:extLst>
              <a:ext uri="{FF2B5EF4-FFF2-40B4-BE49-F238E27FC236}">
                <a16:creationId xmlns:a16="http://schemas.microsoft.com/office/drawing/2014/main" id="{2C7A3EA2-B84B-9568-6D1C-E4F840CE4389}"/>
              </a:ext>
            </a:extLst>
          </p:cNvPr>
          <p:cNvPicPr>
            <a:picLocks noChangeAspect="1"/>
          </p:cNvPicPr>
          <p:nvPr/>
        </p:nvPicPr>
        <p:blipFill>
          <a:blip r:embed="rId4"/>
          <a:stretch>
            <a:fillRect/>
          </a:stretch>
        </p:blipFill>
        <p:spPr>
          <a:xfrm>
            <a:off x="4824136" y="2083081"/>
            <a:ext cx="3953427" cy="2019582"/>
          </a:xfrm>
          <a:prstGeom prst="rect">
            <a:avLst/>
          </a:prstGeom>
        </p:spPr>
      </p:pic>
    </p:spTree>
    <p:extLst>
      <p:ext uri="{BB962C8B-B14F-4D97-AF65-F5344CB8AC3E}">
        <p14:creationId xmlns:p14="http://schemas.microsoft.com/office/powerpoint/2010/main" val="315410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738BE73C-C437-5BDF-7BBE-7D067C944B2B}"/>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FB01F3D0-EED3-DE60-A325-E45ACCE0797B}"/>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29</a:t>
            </a:fld>
            <a:endParaRPr/>
          </a:p>
        </p:txBody>
      </p:sp>
      <p:sp>
        <p:nvSpPr>
          <p:cNvPr id="341" name="Google Shape;341;p42">
            <a:extLst>
              <a:ext uri="{FF2B5EF4-FFF2-40B4-BE49-F238E27FC236}">
                <a16:creationId xmlns:a16="http://schemas.microsoft.com/office/drawing/2014/main" id="{0CCEC31E-6B8B-6D52-C244-943AE7252E67}"/>
              </a:ext>
            </a:extLst>
          </p:cNvPr>
          <p:cNvSpPr txBox="1">
            <a:spLocks noGrp="1"/>
          </p:cNvSpPr>
          <p:nvPr>
            <p:ph type="title"/>
          </p:nvPr>
        </p:nvSpPr>
        <p:spPr>
          <a:xfrm>
            <a:off x="389008" y="0"/>
            <a:ext cx="5134693" cy="860977"/>
          </a:xfrm>
          <a:prstGeom prst="rect">
            <a:avLst/>
          </a:prstGeom>
          <a:noFill/>
          <a:ln>
            <a:noFill/>
          </a:ln>
        </p:spPr>
        <p:txBody>
          <a:bodyPr spcFirstLastPara="1" wrap="square" lIns="68575" tIns="34275" rIns="68575" bIns="0" anchor="b" anchorCtr="0">
            <a:normAutofit/>
          </a:bodyPr>
          <a:lstStyle/>
          <a:p>
            <a:pPr lvl="0"/>
            <a:r>
              <a:rPr lang="fr-FR" sz="2400" dirty="0"/>
              <a:t>Prix moyen du mètre carré d’une maison en Île-de-France</a:t>
            </a:r>
          </a:p>
        </p:txBody>
      </p:sp>
      <p:pic>
        <p:nvPicPr>
          <p:cNvPr id="3" name="Image 2">
            <a:extLst>
              <a:ext uri="{FF2B5EF4-FFF2-40B4-BE49-F238E27FC236}">
                <a16:creationId xmlns:a16="http://schemas.microsoft.com/office/drawing/2014/main" id="{D74EB045-8D15-D7B2-1DB1-7D620BD92414}"/>
              </a:ext>
            </a:extLst>
          </p:cNvPr>
          <p:cNvPicPr>
            <a:picLocks noChangeAspect="1"/>
          </p:cNvPicPr>
          <p:nvPr/>
        </p:nvPicPr>
        <p:blipFill>
          <a:blip r:embed="rId3"/>
          <a:stretch>
            <a:fillRect/>
          </a:stretch>
        </p:blipFill>
        <p:spPr>
          <a:xfrm>
            <a:off x="1971312" y="969255"/>
            <a:ext cx="5201376" cy="3629532"/>
          </a:xfrm>
          <a:prstGeom prst="rect">
            <a:avLst/>
          </a:prstGeom>
        </p:spPr>
      </p:pic>
    </p:spTree>
    <p:extLst>
      <p:ext uri="{BB962C8B-B14F-4D97-AF65-F5344CB8AC3E}">
        <p14:creationId xmlns:p14="http://schemas.microsoft.com/office/powerpoint/2010/main" val="190263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029293A8-C900-4843-38D4-F71AA9FFD7B7}"/>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1CF3EB32-5160-BB4D-1470-4A2692D776FD}"/>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30</a:t>
            </a:fld>
            <a:endParaRPr/>
          </a:p>
        </p:txBody>
      </p:sp>
      <p:sp>
        <p:nvSpPr>
          <p:cNvPr id="341" name="Google Shape;341;p42">
            <a:extLst>
              <a:ext uri="{FF2B5EF4-FFF2-40B4-BE49-F238E27FC236}">
                <a16:creationId xmlns:a16="http://schemas.microsoft.com/office/drawing/2014/main" id="{5FC90D63-785C-CAC1-125E-E4442C3C451C}"/>
              </a:ext>
            </a:extLst>
          </p:cNvPr>
          <p:cNvSpPr txBox="1">
            <a:spLocks noGrp="1"/>
          </p:cNvSpPr>
          <p:nvPr>
            <p:ph type="title"/>
          </p:nvPr>
        </p:nvSpPr>
        <p:spPr>
          <a:xfrm>
            <a:off x="389008" y="164893"/>
            <a:ext cx="5846900" cy="748682"/>
          </a:xfrm>
          <a:prstGeom prst="rect">
            <a:avLst/>
          </a:prstGeom>
          <a:noFill/>
          <a:ln>
            <a:noFill/>
          </a:ln>
        </p:spPr>
        <p:txBody>
          <a:bodyPr spcFirstLastPara="1" wrap="square" lIns="68575" tIns="34275" rIns="68575" bIns="0" anchor="b" anchorCtr="0">
            <a:normAutofit/>
          </a:bodyPr>
          <a:lstStyle/>
          <a:p>
            <a:pPr lvl="0"/>
            <a:r>
              <a:rPr lang="fr-FR" sz="2400" dirty="0"/>
              <a:t>Liste des 10 appartements les plus chers avec la région et le nombre de mètres carrés</a:t>
            </a:r>
          </a:p>
        </p:txBody>
      </p:sp>
      <p:pic>
        <p:nvPicPr>
          <p:cNvPr id="5" name="Image 4">
            <a:extLst>
              <a:ext uri="{FF2B5EF4-FFF2-40B4-BE49-F238E27FC236}">
                <a16:creationId xmlns:a16="http://schemas.microsoft.com/office/drawing/2014/main" id="{5F5A9E1D-CCDE-E72E-0206-12BCC12E35A2}"/>
              </a:ext>
            </a:extLst>
          </p:cNvPr>
          <p:cNvPicPr>
            <a:picLocks noChangeAspect="1"/>
          </p:cNvPicPr>
          <p:nvPr/>
        </p:nvPicPr>
        <p:blipFill>
          <a:blip r:embed="rId3"/>
          <a:stretch>
            <a:fillRect/>
          </a:stretch>
        </p:blipFill>
        <p:spPr>
          <a:xfrm>
            <a:off x="5497718" y="1566720"/>
            <a:ext cx="3553321" cy="2010056"/>
          </a:xfrm>
          <a:prstGeom prst="rect">
            <a:avLst/>
          </a:prstGeom>
        </p:spPr>
      </p:pic>
      <p:pic>
        <p:nvPicPr>
          <p:cNvPr id="7" name="Image 6">
            <a:extLst>
              <a:ext uri="{FF2B5EF4-FFF2-40B4-BE49-F238E27FC236}">
                <a16:creationId xmlns:a16="http://schemas.microsoft.com/office/drawing/2014/main" id="{08332BC8-1697-A31D-DE3A-CC00D221022C}"/>
              </a:ext>
            </a:extLst>
          </p:cNvPr>
          <p:cNvPicPr>
            <a:picLocks noChangeAspect="1"/>
          </p:cNvPicPr>
          <p:nvPr/>
        </p:nvPicPr>
        <p:blipFill>
          <a:blip r:embed="rId4"/>
          <a:stretch>
            <a:fillRect/>
          </a:stretch>
        </p:blipFill>
        <p:spPr>
          <a:xfrm>
            <a:off x="353500" y="1184323"/>
            <a:ext cx="5144218" cy="2562583"/>
          </a:xfrm>
          <a:prstGeom prst="rect">
            <a:avLst/>
          </a:prstGeom>
        </p:spPr>
      </p:pic>
    </p:spTree>
    <p:extLst>
      <p:ext uri="{BB962C8B-B14F-4D97-AF65-F5344CB8AC3E}">
        <p14:creationId xmlns:p14="http://schemas.microsoft.com/office/powerpoint/2010/main" val="418772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B205E07D-EEA6-3278-680A-4FEA04783C2D}"/>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C9A84AD9-95F3-C979-C26C-1B35FDE6CDCC}"/>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31</a:t>
            </a:fld>
            <a:endParaRPr/>
          </a:p>
        </p:txBody>
      </p:sp>
      <p:sp>
        <p:nvSpPr>
          <p:cNvPr id="341" name="Google Shape;341;p42">
            <a:extLst>
              <a:ext uri="{FF2B5EF4-FFF2-40B4-BE49-F238E27FC236}">
                <a16:creationId xmlns:a16="http://schemas.microsoft.com/office/drawing/2014/main" id="{785C96D7-E97F-3513-03A7-DFCA3CF43C75}"/>
              </a:ext>
            </a:extLst>
          </p:cNvPr>
          <p:cNvSpPr txBox="1">
            <a:spLocks noGrp="1"/>
          </p:cNvSpPr>
          <p:nvPr>
            <p:ph type="title"/>
          </p:nvPr>
        </p:nvSpPr>
        <p:spPr>
          <a:xfrm>
            <a:off x="351533" y="8647"/>
            <a:ext cx="5876880" cy="860977"/>
          </a:xfrm>
          <a:prstGeom prst="rect">
            <a:avLst/>
          </a:prstGeom>
          <a:noFill/>
          <a:ln>
            <a:noFill/>
          </a:ln>
        </p:spPr>
        <p:txBody>
          <a:bodyPr spcFirstLastPara="1" wrap="square" lIns="68575" tIns="34275" rIns="68575" bIns="0" anchor="b" anchorCtr="0">
            <a:normAutofit/>
          </a:bodyPr>
          <a:lstStyle/>
          <a:p>
            <a:pPr lvl="0"/>
            <a:r>
              <a:rPr lang="fr-FR" sz="2400" dirty="0"/>
              <a:t>Taux d’évolution du nombre de ventes entre le premier et le second trimestre de 2020</a:t>
            </a:r>
          </a:p>
        </p:txBody>
      </p:sp>
      <p:pic>
        <p:nvPicPr>
          <p:cNvPr id="3" name="Image 2">
            <a:extLst>
              <a:ext uri="{FF2B5EF4-FFF2-40B4-BE49-F238E27FC236}">
                <a16:creationId xmlns:a16="http://schemas.microsoft.com/office/drawing/2014/main" id="{5273C613-6887-7B35-5CD8-1ECF34071B68}"/>
              </a:ext>
            </a:extLst>
          </p:cNvPr>
          <p:cNvPicPr>
            <a:picLocks noChangeAspect="1"/>
          </p:cNvPicPr>
          <p:nvPr/>
        </p:nvPicPr>
        <p:blipFill>
          <a:blip r:embed="rId3"/>
          <a:stretch>
            <a:fillRect/>
          </a:stretch>
        </p:blipFill>
        <p:spPr>
          <a:xfrm>
            <a:off x="454047" y="869623"/>
            <a:ext cx="4935528" cy="3370446"/>
          </a:xfrm>
          <a:prstGeom prst="rect">
            <a:avLst/>
          </a:prstGeom>
        </p:spPr>
      </p:pic>
      <p:pic>
        <p:nvPicPr>
          <p:cNvPr id="4" name="Image 3">
            <a:extLst>
              <a:ext uri="{FF2B5EF4-FFF2-40B4-BE49-F238E27FC236}">
                <a16:creationId xmlns:a16="http://schemas.microsoft.com/office/drawing/2014/main" id="{480E87BF-B155-927F-E213-BBC900BE518C}"/>
              </a:ext>
            </a:extLst>
          </p:cNvPr>
          <p:cNvPicPr>
            <a:picLocks noChangeAspect="1"/>
          </p:cNvPicPr>
          <p:nvPr/>
        </p:nvPicPr>
        <p:blipFill>
          <a:blip r:embed="rId4"/>
          <a:stretch>
            <a:fillRect/>
          </a:stretch>
        </p:blipFill>
        <p:spPr>
          <a:xfrm>
            <a:off x="5104090" y="2100477"/>
            <a:ext cx="3724795" cy="400106"/>
          </a:xfrm>
          <a:prstGeom prst="rect">
            <a:avLst/>
          </a:prstGeom>
        </p:spPr>
      </p:pic>
    </p:spTree>
    <p:extLst>
      <p:ext uri="{BB962C8B-B14F-4D97-AF65-F5344CB8AC3E}">
        <p14:creationId xmlns:p14="http://schemas.microsoft.com/office/powerpoint/2010/main" val="234657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4331D2D8-65A3-9CAB-7934-D7E13D7C775F}"/>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A9015C21-FDEF-6A5D-DC06-DF8D4FAB0D6D}"/>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32</a:t>
            </a:fld>
            <a:endParaRPr/>
          </a:p>
        </p:txBody>
      </p:sp>
      <p:sp>
        <p:nvSpPr>
          <p:cNvPr id="341" name="Google Shape;341;p42">
            <a:extLst>
              <a:ext uri="{FF2B5EF4-FFF2-40B4-BE49-F238E27FC236}">
                <a16:creationId xmlns:a16="http://schemas.microsoft.com/office/drawing/2014/main" id="{3DFB66AD-9654-01EA-783F-B9E48A19011A}"/>
              </a:ext>
            </a:extLst>
          </p:cNvPr>
          <p:cNvSpPr txBox="1">
            <a:spLocks noGrp="1"/>
          </p:cNvSpPr>
          <p:nvPr>
            <p:ph type="title"/>
          </p:nvPr>
        </p:nvSpPr>
        <p:spPr>
          <a:xfrm>
            <a:off x="374272" y="89942"/>
            <a:ext cx="4737628" cy="1017748"/>
          </a:xfrm>
          <a:prstGeom prst="rect">
            <a:avLst/>
          </a:prstGeom>
          <a:noFill/>
          <a:ln>
            <a:noFill/>
          </a:ln>
        </p:spPr>
        <p:txBody>
          <a:bodyPr spcFirstLastPara="1" wrap="square" lIns="68575" tIns="34275" rIns="68575" bIns="0" anchor="b" anchorCtr="0">
            <a:noAutofit/>
          </a:bodyPr>
          <a:lstStyle/>
          <a:p>
            <a:pPr lvl="0"/>
            <a:r>
              <a:rPr lang="fr-FR" sz="2400" dirty="0"/>
              <a:t>Le classement des régions par rapport au prix au mètre carré des appartement de plus de 4 pièces</a:t>
            </a:r>
          </a:p>
        </p:txBody>
      </p:sp>
      <p:pic>
        <p:nvPicPr>
          <p:cNvPr id="7" name="Image 6">
            <a:extLst>
              <a:ext uri="{FF2B5EF4-FFF2-40B4-BE49-F238E27FC236}">
                <a16:creationId xmlns:a16="http://schemas.microsoft.com/office/drawing/2014/main" id="{27768D18-90A2-1ADE-832A-30C3E2535D72}"/>
              </a:ext>
            </a:extLst>
          </p:cNvPr>
          <p:cNvPicPr>
            <a:picLocks noChangeAspect="1"/>
          </p:cNvPicPr>
          <p:nvPr/>
        </p:nvPicPr>
        <p:blipFill>
          <a:blip r:embed="rId3"/>
          <a:stretch>
            <a:fillRect/>
          </a:stretch>
        </p:blipFill>
        <p:spPr>
          <a:xfrm>
            <a:off x="4951813" y="1453945"/>
            <a:ext cx="3963585" cy="2696961"/>
          </a:xfrm>
          <a:prstGeom prst="rect">
            <a:avLst/>
          </a:prstGeom>
        </p:spPr>
      </p:pic>
      <p:pic>
        <p:nvPicPr>
          <p:cNvPr id="9" name="Image 8">
            <a:extLst>
              <a:ext uri="{FF2B5EF4-FFF2-40B4-BE49-F238E27FC236}">
                <a16:creationId xmlns:a16="http://schemas.microsoft.com/office/drawing/2014/main" id="{7DEA15BF-7E90-8DBA-8077-2A91538400B9}"/>
              </a:ext>
            </a:extLst>
          </p:cNvPr>
          <p:cNvPicPr>
            <a:picLocks noChangeAspect="1"/>
          </p:cNvPicPr>
          <p:nvPr/>
        </p:nvPicPr>
        <p:blipFill>
          <a:blip r:embed="rId4"/>
          <a:stretch>
            <a:fillRect/>
          </a:stretch>
        </p:blipFill>
        <p:spPr>
          <a:xfrm>
            <a:off x="432480" y="1360783"/>
            <a:ext cx="4400778" cy="2664916"/>
          </a:xfrm>
          <a:prstGeom prst="rect">
            <a:avLst/>
          </a:prstGeom>
        </p:spPr>
      </p:pic>
    </p:spTree>
    <p:extLst>
      <p:ext uri="{BB962C8B-B14F-4D97-AF65-F5344CB8AC3E}">
        <p14:creationId xmlns:p14="http://schemas.microsoft.com/office/powerpoint/2010/main" val="232400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8B7E31CD-7E04-C4B7-F097-7932A09070C8}"/>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491DB9E4-2798-43F1-5A50-17FB5E3C796B}"/>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33</a:t>
            </a:fld>
            <a:endParaRPr/>
          </a:p>
        </p:txBody>
      </p:sp>
      <p:sp>
        <p:nvSpPr>
          <p:cNvPr id="341" name="Google Shape;341;p42">
            <a:extLst>
              <a:ext uri="{FF2B5EF4-FFF2-40B4-BE49-F238E27FC236}">
                <a16:creationId xmlns:a16="http://schemas.microsoft.com/office/drawing/2014/main" id="{7B47A0A6-B7B2-D73E-19AA-C1626535F8E1}"/>
              </a:ext>
            </a:extLst>
          </p:cNvPr>
          <p:cNvSpPr txBox="1">
            <a:spLocks noGrp="1"/>
          </p:cNvSpPr>
          <p:nvPr>
            <p:ph type="title"/>
          </p:nvPr>
        </p:nvSpPr>
        <p:spPr>
          <a:xfrm>
            <a:off x="374019" y="25315"/>
            <a:ext cx="4902520" cy="860977"/>
          </a:xfrm>
          <a:prstGeom prst="rect">
            <a:avLst/>
          </a:prstGeom>
          <a:noFill/>
          <a:ln>
            <a:noFill/>
          </a:ln>
        </p:spPr>
        <p:txBody>
          <a:bodyPr spcFirstLastPara="1" wrap="square" lIns="68575" tIns="34275" rIns="68575" bIns="0" anchor="b" anchorCtr="0">
            <a:normAutofit/>
          </a:bodyPr>
          <a:lstStyle/>
          <a:p>
            <a:pPr lvl="0"/>
            <a:r>
              <a:rPr lang="fr-FR" sz="2400" dirty="0"/>
              <a:t>Liste des communes ayant eu au moins 50 ventes au 1er trimestre</a:t>
            </a:r>
          </a:p>
        </p:txBody>
      </p:sp>
      <p:pic>
        <p:nvPicPr>
          <p:cNvPr id="3" name="Image 2">
            <a:extLst>
              <a:ext uri="{FF2B5EF4-FFF2-40B4-BE49-F238E27FC236}">
                <a16:creationId xmlns:a16="http://schemas.microsoft.com/office/drawing/2014/main" id="{8EC1F22A-4DA7-2C28-C67C-6B0BA8FF6C6E}"/>
              </a:ext>
            </a:extLst>
          </p:cNvPr>
          <p:cNvPicPr>
            <a:picLocks noChangeAspect="1"/>
          </p:cNvPicPr>
          <p:nvPr/>
        </p:nvPicPr>
        <p:blipFill>
          <a:blip r:embed="rId3"/>
          <a:stretch>
            <a:fillRect/>
          </a:stretch>
        </p:blipFill>
        <p:spPr>
          <a:xfrm>
            <a:off x="280698" y="1665709"/>
            <a:ext cx="4143953" cy="1648055"/>
          </a:xfrm>
          <a:prstGeom prst="rect">
            <a:avLst/>
          </a:prstGeom>
        </p:spPr>
      </p:pic>
      <p:pic>
        <p:nvPicPr>
          <p:cNvPr id="4" name="Image 3">
            <a:extLst>
              <a:ext uri="{FF2B5EF4-FFF2-40B4-BE49-F238E27FC236}">
                <a16:creationId xmlns:a16="http://schemas.microsoft.com/office/drawing/2014/main" id="{A6506389-83FE-EFF7-A45E-5B5C873694E0}"/>
              </a:ext>
            </a:extLst>
          </p:cNvPr>
          <p:cNvPicPr>
            <a:picLocks noChangeAspect="1"/>
          </p:cNvPicPr>
          <p:nvPr/>
        </p:nvPicPr>
        <p:blipFill>
          <a:blip r:embed="rId4"/>
          <a:stretch>
            <a:fillRect/>
          </a:stretch>
        </p:blipFill>
        <p:spPr>
          <a:xfrm>
            <a:off x="4502143" y="886292"/>
            <a:ext cx="2084008" cy="3988359"/>
          </a:xfrm>
          <a:prstGeom prst="rect">
            <a:avLst/>
          </a:prstGeom>
        </p:spPr>
      </p:pic>
      <p:pic>
        <p:nvPicPr>
          <p:cNvPr id="6" name="Image 5">
            <a:extLst>
              <a:ext uri="{FF2B5EF4-FFF2-40B4-BE49-F238E27FC236}">
                <a16:creationId xmlns:a16="http://schemas.microsoft.com/office/drawing/2014/main" id="{13E8E3DB-59D6-4261-9BCA-6605A83FFEC7}"/>
              </a:ext>
            </a:extLst>
          </p:cNvPr>
          <p:cNvPicPr>
            <a:picLocks noChangeAspect="1"/>
          </p:cNvPicPr>
          <p:nvPr/>
        </p:nvPicPr>
        <p:blipFill>
          <a:blip r:embed="rId5"/>
          <a:stretch>
            <a:fillRect/>
          </a:stretch>
        </p:blipFill>
        <p:spPr>
          <a:xfrm>
            <a:off x="6706720" y="886292"/>
            <a:ext cx="2208678" cy="3929820"/>
          </a:xfrm>
          <a:prstGeom prst="rect">
            <a:avLst/>
          </a:prstGeom>
        </p:spPr>
      </p:pic>
    </p:spTree>
    <p:extLst>
      <p:ext uri="{BB962C8B-B14F-4D97-AF65-F5344CB8AC3E}">
        <p14:creationId xmlns:p14="http://schemas.microsoft.com/office/powerpoint/2010/main" val="3871316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5FE0BE4A-42E6-E4C7-EC9A-E4729D08145E}"/>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D0C55F38-F307-F46C-C598-2AD7E1EACDF1}"/>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34</a:t>
            </a:fld>
            <a:endParaRPr/>
          </a:p>
        </p:txBody>
      </p:sp>
      <p:sp>
        <p:nvSpPr>
          <p:cNvPr id="341" name="Google Shape;341;p42">
            <a:extLst>
              <a:ext uri="{FF2B5EF4-FFF2-40B4-BE49-F238E27FC236}">
                <a16:creationId xmlns:a16="http://schemas.microsoft.com/office/drawing/2014/main" id="{5B6E21B6-4AC8-78FB-3201-C0379F3452CA}"/>
              </a:ext>
            </a:extLst>
          </p:cNvPr>
          <p:cNvSpPr txBox="1">
            <a:spLocks noGrp="1"/>
          </p:cNvSpPr>
          <p:nvPr>
            <p:ph type="title"/>
          </p:nvPr>
        </p:nvSpPr>
        <p:spPr>
          <a:xfrm>
            <a:off x="316931" y="52466"/>
            <a:ext cx="5581700" cy="1049311"/>
          </a:xfrm>
          <a:prstGeom prst="rect">
            <a:avLst/>
          </a:prstGeom>
          <a:noFill/>
          <a:ln>
            <a:noFill/>
          </a:ln>
        </p:spPr>
        <p:txBody>
          <a:bodyPr spcFirstLastPara="1" wrap="square" lIns="68575" tIns="34275" rIns="68575" bIns="0" anchor="b" anchorCtr="0">
            <a:normAutofit/>
          </a:bodyPr>
          <a:lstStyle/>
          <a:p>
            <a:pPr lvl="0"/>
            <a:r>
              <a:rPr lang="fr-FR" sz="2400" dirty="0"/>
              <a:t>Différence en pourcentage du prix au mètre carré entre un appartement de 2 pièces et un appartement de 3 pièces</a:t>
            </a:r>
          </a:p>
        </p:txBody>
      </p:sp>
      <p:pic>
        <p:nvPicPr>
          <p:cNvPr id="5" name="Image 4">
            <a:extLst>
              <a:ext uri="{FF2B5EF4-FFF2-40B4-BE49-F238E27FC236}">
                <a16:creationId xmlns:a16="http://schemas.microsoft.com/office/drawing/2014/main" id="{B2D86EE1-A6E3-DCBF-2C0E-A75220B7284E}"/>
              </a:ext>
            </a:extLst>
          </p:cNvPr>
          <p:cNvPicPr>
            <a:picLocks noChangeAspect="1"/>
          </p:cNvPicPr>
          <p:nvPr/>
        </p:nvPicPr>
        <p:blipFill>
          <a:blip r:embed="rId3"/>
          <a:stretch>
            <a:fillRect/>
          </a:stretch>
        </p:blipFill>
        <p:spPr>
          <a:xfrm>
            <a:off x="316931" y="1101777"/>
            <a:ext cx="5314948" cy="3325789"/>
          </a:xfrm>
          <a:prstGeom prst="rect">
            <a:avLst/>
          </a:prstGeom>
        </p:spPr>
      </p:pic>
      <p:pic>
        <p:nvPicPr>
          <p:cNvPr id="7" name="Image 6">
            <a:extLst>
              <a:ext uri="{FF2B5EF4-FFF2-40B4-BE49-F238E27FC236}">
                <a16:creationId xmlns:a16="http://schemas.microsoft.com/office/drawing/2014/main" id="{9D00A240-9FB0-F620-DE8F-74673FB3D020}"/>
              </a:ext>
            </a:extLst>
          </p:cNvPr>
          <p:cNvPicPr>
            <a:picLocks noChangeAspect="1"/>
          </p:cNvPicPr>
          <p:nvPr/>
        </p:nvPicPr>
        <p:blipFill>
          <a:blip r:embed="rId4"/>
          <a:stretch>
            <a:fillRect/>
          </a:stretch>
        </p:blipFill>
        <p:spPr>
          <a:xfrm>
            <a:off x="3107781" y="2669152"/>
            <a:ext cx="6011114" cy="400106"/>
          </a:xfrm>
          <a:prstGeom prst="rect">
            <a:avLst/>
          </a:prstGeom>
        </p:spPr>
      </p:pic>
    </p:spTree>
    <p:extLst>
      <p:ext uri="{BB962C8B-B14F-4D97-AF65-F5344CB8AC3E}">
        <p14:creationId xmlns:p14="http://schemas.microsoft.com/office/powerpoint/2010/main" val="283339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0513EB7C-00FF-DDC5-F5C7-4DA66A47659F}"/>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6DD7200D-9D1F-0CED-EC6B-4BAFCBAD9BDD}"/>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35</a:t>
            </a:fld>
            <a:endParaRPr/>
          </a:p>
        </p:txBody>
      </p:sp>
      <p:sp>
        <p:nvSpPr>
          <p:cNvPr id="341" name="Google Shape;341;p42">
            <a:extLst>
              <a:ext uri="{FF2B5EF4-FFF2-40B4-BE49-F238E27FC236}">
                <a16:creationId xmlns:a16="http://schemas.microsoft.com/office/drawing/2014/main" id="{855C4F31-D55D-7C3E-C236-356FA1E569ED}"/>
              </a:ext>
            </a:extLst>
          </p:cNvPr>
          <p:cNvSpPr txBox="1">
            <a:spLocks noGrp="1"/>
          </p:cNvSpPr>
          <p:nvPr>
            <p:ph type="title"/>
          </p:nvPr>
        </p:nvSpPr>
        <p:spPr>
          <a:xfrm>
            <a:off x="389009" y="22485"/>
            <a:ext cx="5149858" cy="991183"/>
          </a:xfrm>
          <a:prstGeom prst="rect">
            <a:avLst/>
          </a:prstGeom>
          <a:noFill/>
          <a:ln>
            <a:noFill/>
          </a:ln>
        </p:spPr>
        <p:txBody>
          <a:bodyPr spcFirstLastPara="1" wrap="square" lIns="68575" tIns="34275" rIns="68575" bIns="0" anchor="b" anchorCtr="0">
            <a:normAutofit fontScale="90000"/>
          </a:bodyPr>
          <a:lstStyle/>
          <a:p>
            <a:pPr lvl="0"/>
            <a:r>
              <a:rPr lang="fr-FR" sz="2400" dirty="0"/>
              <a:t>Les moyennes de valeurs foncières pour le top 3 des communes des départements 6, 13, 33, 59 et 69</a:t>
            </a:r>
          </a:p>
        </p:txBody>
      </p:sp>
      <p:pic>
        <p:nvPicPr>
          <p:cNvPr id="7" name="Image 6">
            <a:extLst>
              <a:ext uri="{FF2B5EF4-FFF2-40B4-BE49-F238E27FC236}">
                <a16:creationId xmlns:a16="http://schemas.microsoft.com/office/drawing/2014/main" id="{B26FD5AF-B8C4-0024-431E-A905A7028577}"/>
              </a:ext>
            </a:extLst>
          </p:cNvPr>
          <p:cNvPicPr>
            <a:picLocks noChangeAspect="1"/>
          </p:cNvPicPr>
          <p:nvPr/>
        </p:nvPicPr>
        <p:blipFill>
          <a:blip r:embed="rId3"/>
          <a:stretch>
            <a:fillRect/>
          </a:stretch>
        </p:blipFill>
        <p:spPr>
          <a:xfrm>
            <a:off x="389009" y="1152051"/>
            <a:ext cx="4013352" cy="3262942"/>
          </a:xfrm>
          <a:prstGeom prst="rect">
            <a:avLst/>
          </a:prstGeom>
        </p:spPr>
      </p:pic>
      <p:pic>
        <p:nvPicPr>
          <p:cNvPr id="3" name="Image 2">
            <a:extLst>
              <a:ext uri="{FF2B5EF4-FFF2-40B4-BE49-F238E27FC236}">
                <a16:creationId xmlns:a16="http://schemas.microsoft.com/office/drawing/2014/main" id="{4AE3A795-0538-C2FD-2B07-2CBC8DAD7405}"/>
              </a:ext>
            </a:extLst>
          </p:cNvPr>
          <p:cNvPicPr>
            <a:picLocks noChangeAspect="1"/>
          </p:cNvPicPr>
          <p:nvPr/>
        </p:nvPicPr>
        <p:blipFill>
          <a:blip r:embed="rId4"/>
          <a:stretch>
            <a:fillRect/>
          </a:stretch>
        </p:blipFill>
        <p:spPr>
          <a:xfrm>
            <a:off x="4064295" y="1540926"/>
            <a:ext cx="4994484" cy="1930694"/>
          </a:xfrm>
          <a:prstGeom prst="rect">
            <a:avLst/>
          </a:prstGeom>
        </p:spPr>
      </p:pic>
    </p:spTree>
    <p:extLst>
      <p:ext uri="{BB962C8B-B14F-4D97-AF65-F5344CB8AC3E}">
        <p14:creationId xmlns:p14="http://schemas.microsoft.com/office/powerpoint/2010/main" val="109061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9B9FE567-63BE-3057-87B0-D0B5DA666830}"/>
            </a:ext>
          </a:extLst>
        </p:cNvPr>
        <p:cNvGrpSpPr/>
        <p:nvPr/>
      </p:nvGrpSpPr>
      <p:grpSpPr>
        <a:xfrm>
          <a:off x="0" y="0"/>
          <a:ext cx="0" cy="0"/>
          <a:chOff x="0" y="0"/>
          <a:chExt cx="0" cy="0"/>
        </a:xfrm>
      </p:grpSpPr>
      <p:sp>
        <p:nvSpPr>
          <p:cNvPr id="343" name="Google Shape;343;p42">
            <a:extLst>
              <a:ext uri="{FF2B5EF4-FFF2-40B4-BE49-F238E27FC236}">
                <a16:creationId xmlns:a16="http://schemas.microsoft.com/office/drawing/2014/main" id="{A5069D4D-5FC2-9F86-189B-631ED87A1907}"/>
              </a:ext>
            </a:extLst>
          </p:cNvPr>
          <p:cNvSpPr txBox="1">
            <a:spLocks noGrp="1"/>
          </p:cNvSpPr>
          <p:nvPr>
            <p:ph type="sldNum" idx="12"/>
          </p:nvPr>
        </p:nvSpPr>
        <p:spPr>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36</a:t>
            </a:fld>
            <a:endParaRPr/>
          </a:p>
        </p:txBody>
      </p:sp>
      <p:sp>
        <p:nvSpPr>
          <p:cNvPr id="341" name="Google Shape;341;p42">
            <a:extLst>
              <a:ext uri="{FF2B5EF4-FFF2-40B4-BE49-F238E27FC236}">
                <a16:creationId xmlns:a16="http://schemas.microsoft.com/office/drawing/2014/main" id="{8268AFCF-312A-B1C2-5733-17B60E18F755}"/>
              </a:ext>
            </a:extLst>
          </p:cNvPr>
          <p:cNvSpPr txBox="1">
            <a:spLocks noGrp="1"/>
          </p:cNvSpPr>
          <p:nvPr>
            <p:ph type="title"/>
          </p:nvPr>
        </p:nvSpPr>
        <p:spPr>
          <a:xfrm>
            <a:off x="389008" y="67457"/>
            <a:ext cx="6249917" cy="1056805"/>
          </a:xfrm>
          <a:prstGeom prst="rect">
            <a:avLst/>
          </a:prstGeom>
          <a:noFill/>
          <a:ln>
            <a:noFill/>
          </a:ln>
        </p:spPr>
        <p:txBody>
          <a:bodyPr spcFirstLastPara="1" wrap="square" lIns="68575" tIns="34275" rIns="68575" bIns="0" anchor="b" anchorCtr="0">
            <a:normAutofit/>
          </a:bodyPr>
          <a:lstStyle/>
          <a:p>
            <a:pPr lvl="0"/>
            <a:r>
              <a:rPr lang="fr-FR" sz="2400" dirty="0"/>
              <a:t> Les 20 communes avec le plus de transactions pour 1000 habitants pour les communes qui dépassent les 10 000 habitants</a:t>
            </a:r>
          </a:p>
        </p:txBody>
      </p:sp>
      <p:pic>
        <p:nvPicPr>
          <p:cNvPr id="3" name="Image 2">
            <a:extLst>
              <a:ext uri="{FF2B5EF4-FFF2-40B4-BE49-F238E27FC236}">
                <a16:creationId xmlns:a16="http://schemas.microsoft.com/office/drawing/2014/main" id="{062A4D11-41E7-97CF-5477-B3D129A7C2E6}"/>
              </a:ext>
            </a:extLst>
          </p:cNvPr>
          <p:cNvPicPr>
            <a:picLocks noChangeAspect="1"/>
          </p:cNvPicPr>
          <p:nvPr/>
        </p:nvPicPr>
        <p:blipFill>
          <a:blip r:embed="rId3"/>
          <a:stretch>
            <a:fillRect/>
          </a:stretch>
        </p:blipFill>
        <p:spPr>
          <a:xfrm>
            <a:off x="389008" y="1414301"/>
            <a:ext cx="4334480" cy="2314898"/>
          </a:xfrm>
          <a:prstGeom prst="rect">
            <a:avLst/>
          </a:prstGeom>
        </p:spPr>
      </p:pic>
      <p:pic>
        <p:nvPicPr>
          <p:cNvPr id="4" name="Image 3">
            <a:extLst>
              <a:ext uri="{FF2B5EF4-FFF2-40B4-BE49-F238E27FC236}">
                <a16:creationId xmlns:a16="http://schemas.microsoft.com/office/drawing/2014/main" id="{60C37088-7281-28DA-C3AD-24DD87A717CA}"/>
              </a:ext>
            </a:extLst>
          </p:cNvPr>
          <p:cNvPicPr>
            <a:picLocks noChangeAspect="1"/>
          </p:cNvPicPr>
          <p:nvPr/>
        </p:nvPicPr>
        <p:blipFill>
          <a:blip r:embed="rId4"/>
          <a:stretch>
            <a:fillRect/>
          </a:stretch>
        </p:blipFill>
        <p:spPr>
          <a:xfrm>
            <a:off x="4811876" y="1013393"/>
            <a:ext cx="3851676" cy="3601451"/>
          </a:xfrm>
          <a:prstGeom prst="rect">
            <a:avLst/>
          </a:prstGeom>
        </p:spPr>
      </p:pic>
    </p:spTree>
    <p:extLst>
      <p:ext uri="{BB962C8B-B14F-4D97-AF65-F5344CB8AC3E}">
        <p14:creationId xmlns:p14="http://schemas.microsoft.com/office/powerpoint/2010/main" val="3109114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5">
          <a:extLst>
            <a:ext uri="{FF2B5EF4-FFF2-40B4-BE49-F238E27FC236}">
              <a16:creationId xmlns:a16="http://schemas.microsoft.com/office/drawing/2014/main" id="{B1F6C7C9-793D-A983-F88D-554855629E96}"/>
            </a:ext>
          </a:extLst>
        </p:cNvPr>
        <p:cNvGrpSpPr/>
        <p:nvPr/>
      </p:nvGrpSpPr>
      <p:grpSpPr>
        <a:xfrm>
          <a:off x="0" y="0"/>
          <a:ext cx="0" cy="0"/>
          <a:chOff x="0" y="0"/>
          <a:chExt cx="0" cy="0"/>
        </a:xfrm>
      </p:grpSpPr>
      <p:sp>
        <p:nvSpPr>
          <p:cNvPr id="276" name="Google Shape;276;p35">
            <a:extLst>
              <a:ext uri="{FF2B5EF4-FFF2-40B4-BE49-F238E27FC236}">
                <a16:creationId xmlns:a16="http://schemas.microsoft.com/office/drawing/2014/main" id="{42B33CBB-01AD-43C8-9D65-CFBA47AB96DE}"/>
              </a:ext>
            </a:extLst>
          </p:cNvPr>
          <p:cNvSpPr txBox="1">
            <a:spLocks noGrp="1"/>
          </p:cNvSpPr>
          <p:nvPr>
            <p:ph type="title"/>
          </p:nvPr>
        </p:nvSpPr>
        <p:spPr>
          <a:xfrm>
            <a:off x="390523" y="134912"/>
            <a:ext cx="4563726" cy="710450"/>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sz="2400" dirty="0"/>
              <a:t>Marché immobilier du 1</a:t>
            </a:r>
            <a:r>
              <a:rPr lang="fr" sz="2400" baseline="30000" dirty="0"/>
              <a:t>er</a:t>
            </a:r>
            <a:r>
              <a:rPr lang="fr" sz="2400" dirty="0"/>
              <a:t> semestre 2020</a:t>
            </a:r>
            <a:endParaRPr sz="2400" dirty="0"/>
          </a:p>
        </p:txBody>
      </p:sp>
      <p:sp>
        <p:nvSpPr>
          <p:cNvPr id="279" name="Google Shape;279;p35">
            <a:extLst>
              <a:ext uri="{FF2B5EF4-FFF2-40B4-BE49-F238E27FC236}">
                <a16:creationId xmlns:a16="http://schemas.microsoft.com/office/drawing/2014/main" id="{44CE5F94-963F-5C01-65E0-1AB68B9CD565}"/>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37</a:t>
            </a:fld>
            <a:endParaRPr sz="900" b="0" i="0" u="none" strike="noStrike" cap="none">
              <a:solidFill>
                <a:srgbClr val="9E9E9E"/>
              </a:solidFill>
              <a:latin typeface="Calibri"/>
              <a:ea typeface="Calibri"/>
              <a:cs typeface="Calibri"/>
              <a:sym typeface="Calibri"/>
            </a:endParaRPr>
          </a:p>
        </p:txBody>
      </p:sp>
      <p:pic>
        <p:nvPicPr>
          <p:cNvPr id="14" name="Image 13">
            <a:extLst>
              <a:ext uri="{FF2B5EF4-FFF2-40B4-BE49-F238E27FC236}">
                <a16:creationId xmlns:a16="http://schemas.microsoft.com/office/drawing/2014/main" id="{A86E0D1C-6B9B-75C6-8C90-B62004A93175}"/>
              </a:ext>
            </a:extLst>
          </p:cNvPr>
          <p:cNvPicPr>
            <a:picLocks noChangeAspect="1"/>
          </p:cNvPicPr>
          <p:nvPr/>
        </p:nvPicPr>
        <p:blipFill>
          <a:blip r:embed="rId3"/>
          <a:stretch>
            <a:fillRect/>
          </a:stretch>
        </p:blipFill>
        <p:spPr>
          <a:xfrm>
            <a:off x="6494688" y="636022"/>
            <a:ext cx="2143125" cy="2143125"/>
          </a:xfrm>
          <a:prstGeom prst="rect">
            <a:avLst/>
          </a:prstGeom>
        </p:spPr>
      </p:pic>
      <p:graphicFrame>
        <p:nvGraphicFramePr>
          <p:cNvPr id="22" name="Diagramme 21">
            <a:extLst>
              <a:ext uri="{FF2B5EF4-FFF2-40B4-BE49-F238E27FC236}">
                <a16:creationId xmlns:a16="http://schemas.microsoft.com/office/drawing/2014/main" id="{BA7A6A5F-FC64-E26C-67B5-D9A2C0E8DD68}"/>
              </a:ext>
            </a:extLst>
          </p:cNvPr>
          <p:cNvGraphicFramePr/>
          <p:nvPr>
            <p:extLst>
              <p:ext uri="{D42A27DB-BD31-4B8C-83A1-F6EECF244321}">
                <p14:modId xmlns:p14="http://schemas.microsoft.com/office/powerpoint/2010/main" val="4165399159"/>
              </p:ext>
            </p:extLst>
          </p:nvPr>
        </p:nvGraphicFramePr>
        <p:xfrm>
          <a:off x="3109283" y="747147"/>
          <a:ext cx="3430249" cy="2032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4" name="Diagramme 23">
            <a:extLst>
              <a:ext uri="{FF2B5EF4-FFF2-40B4-BE49-F238E27FC236}">
                <a16:creationId xmlns:a16="http://schemas.microsoft.com/office/drawing/2014/main" id="{FBAA951B-68AE-8525-CED4-9133947FDE6F}"/>
              </a:ext>
            </a:extLst>
          </p:cNvPr>
          <p:cNvGraphicFramePr/>
          <p:nvPr>
            <p:extLst>
              <p:ext uri="{D42A27DB-BD31-4B8C-83A1-F6EECF244321}">
                <p14:modId xmlns:p14="http://schemas.microsoft.com/office/powerpoint/2010/main" val="4221959822"/>
              </p:ext>
            </p:extLst>
          </p:nvPr>
        </p:nvGraphicFramePr>
        <p:xfrm>
          <a:off x="390523" y="954545"/>
          <a:ext cx="2894220" cy="161720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31" name="Diagramme 30">
            <a:extLst>
              <a:ext uri="{FF2B5EF4-FFF2-40B4-BE49-F238E27FC236}">
                <a16:creationId xmlns:a16="http://schemas.microsoft.com/office/drawing/2014/main" id="{0EA4ED3E-E2CA-484A-1D49-041DE3B24D92}"/>
              </a:ext>
            </a:extLst>
          </p:cNvPr>
          <p:cNvGraphicFramePr/>
          <p:nvPr>
            <p:extLst>
              <p:ext uri="{D42A27DB-BD31-4B8C-83A1-F6EECF244321}">
                <p14:modId xmlns:p14="http://schemas.microsoft.com/office/powerpoint/2010/main" val="3757023093"/>
              </p:ext>
            </p:extLst>
          </p:nvPr>
        </p:nvGraphicFramePr>
        <p:xfrm>
          <a:off x="2559354" y="3150058"/>
          <a:ext cx="3546978" cy="1617205"/>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62441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2" grpId="0">
        <p:bldAsOne/>
      </p:bldGraphic>
      <p:bldGraphic spid="24" grpId="0">
        <p:bldAsOne/>
      </p:bldGraphic>
      <p:bldGraphic spid="31"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Google Shape;351;p43" title="Image de bâtiment"/>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352" name="Google Shape;352;p43"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53" name="Google Shape;353;p43"/>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200"/>
              <a:buFont typeface="Calibri"/>
              <a:buNone/>
            </a:pPr>
            <a:r>
              <a:rPr lang="fr"/>
              <a:t>Merci !</a:t>
            </a:r>
            <a:endParaRPr/>
          </a:p>
        </p:txBody>
      </p:sp>
      <p:pic>
        <p:nvPicPr>
          <p:cNvPr id="354" name="Google Shape;354;p43" descr="https://lh5.googleusercontent.com/TcdnvzxQ7ulQo8GiFwfIKujloK6EfAJv7ikP-EvnfdTVQnROS3WXw6XSx9Cpd73e_l7GCUAnbxroB-qlzG2fvYdCyl-Y5QZ95MpiD-GfDN-4taJyHRqsr3vOZzc3ONTBu52b0HIdUOMeHvdHiA_5tD0"/>
          <p:cNvPicPr preferRelativeResize="0"/>
          <p:nvPr/>
        </p:nvPicPr>
        <p:blipFill rotWithShape="1">
          <a:blip r:embed="rId4">
            <a:alphaModFix/>
          </a:blip>
          <a:srcRect l="11387" t="12667" r="63940" b="13973"/>
          <a:stretch/>
        </p:blipFill>
        <p:spPr>
          <a:xfrm>
            <a:off x="1980103" y="1578297"/>
            <a:ext cx="1801842" cy="1779869"/>
          </a:xfrm>
          <a:prstGeom prst="rect">
            <a:avLst/>
          </a:prstGeom>
          <a:noFill/>
          <a:ln>
            <a:noFill/>
          </a:ln>
        </p:spPr>
      </p:pic>
    </p:spTree>
  </p:cSld>
  <p:clrMapOvr>
    <a:masterClrMapping/>
  </p:clrMapOvr>
</p:sld>
</file>

<file path=ppt/theme/theme1.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1597</TotalTime>
  <Words>1539</Words>
  <Application>Microsoft Office PowerPoint</Application>
  <PresentationFormat>Affichage à l'écran (16:9)</PresentationFormat>
  <Paragraphs>240</Paragraphs>
  <Slides>38</Slides>
  <Notes>38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38</vt:i4>
      </vt:variant>
    </vt:vector>
  </HeadingPairs>
  <TitlesOfParts>
    <vt:vector size="43" baseType="lpstr">
      <vt:lpstr>Arial</vt:lpstr>
      <vt:lpstr>Arial Black</vt:lpstr>
      <vt:lpstr>Wingdings</vt:lpstr>
      <vt:lpstr>Calibri</vt:lpstr>
      <vt:lpstr>Thème Office</vt:lpstr>
      <vt:lpstr>Projet DATAImmo</vt:lpstr>
      <vt:lpstr>Contexte</vt:lpstr>
      <vt:lpstr>Les données initiales</vt:lpstr>
      <vt:lpstr>Consolidation des données</vt:lpstr>
      <vt:lpstr>Lien entre les biens et les ventes</vt:lpstr>
      <vt:lpstr>Inspection des données des DVF</vt:lpstr>
      <vt:lpstr>Subdivisions des données des DVF</vt:lpstr>
      <vt:lpstr>Consolidation des données des DVF</vt:lpstr>
      <vt:lpstr>Consolidation des données géographiques</vt:lpstr>
      <vt:lpstr>Dictionnaire des données : Ventes</vt:lpstr>
      <vt:lpstr>Dictionnaire des données : Référentiel géographique</vt:lpstr>
      <vt:lpstr>Le schéma relationnel normalisé</vt:lpstr>
      <vt:lpstr>Base de données</vt:lpstr>
      <vt:lpstr>Création de la base de données</vt:lpstr>
      <vt:lpstr>Création et remplissage de la table TypeLocal</vt:lpstr>
      <vt:lpstr>Création et remplissage de la table TypeVoie</vt:lpstr>
      <vt:lpstr>Création et remplissage de la table Voie</vt:lpstr>
      <vt:lpstr>Création et remplissage de la table Region</vt:lpstr>
      <vt:lpstr>Création et remplissage de la table Departement</vt:lpstr>
      <vt:lpstr>Création et remplissage de la table Commune</vt:lpstr>
      <vt:lpstr>Création de la table Bien</vt:lpstr>
      <vt:lpstr>Remplissage de la table Bien</vt:lpstr>
      <vt:lpstr>Création et remplissage de la table Vente</vt:lpstr>
      <vt:lpstr>Analyse du marché immobilier</vt:lpstr>
      <vt:lpstr>Nombre total d’appartements vendus au 1er semestre 2020</vt:lpstr>
      <vt:lpstr>Le nombre de ventes d’appartement par région pour le 1er semestre 2020</vt:lpstr>
      <vt:lpstr>Proportion des ventes d’appartements par le nombre de pièces</vt:lpstr>
      <vt:lpstr>Liste des 10 départements où le prix du mètre carré est le plus élevé</vt:lpstr>
      <vt:lpstr>Prix moyen du mètre carré d’une maison en Île-de-France</vt:lpstr>
      <vt:lpstr>Liste des 10 appartements les plus chers avec la région et le nombre de mètres carrés</vt:lpstr>
      <vt:lpstr>Taux d’évolution du nombre de ventes entre le premier et le second trimestre de 2020</vt:lpstr>
      <vt:lpstr>Le classement des régions par rapport au prix au mètre carré des appartement de plus de 4 pièces</vt:lpstr>
      <vt:lpstr>Liste des communes ayant eu au moins 50 ventes au 1er trimestre</vt:lpstr>
      <vt:lpstr>Différence en pourcentage du prix au mètre carré entre un appartement de 2 pièces et un appartement de 3 pièces</vt:lpstr>
      <vt:lpstr>Les moyennes de valeurs foncières pour le top 3 des communes des départements 6, 13, 33, 59 et 69</vt:lpstr>
      <vt:lpstr> Les 20 communes avec le plus de transactions pour 1000 habitants pour les communes qui dépassent les 10 000 habitants</vt:lpstr>
      <vt:lpstr>Marché immobilier du 1er semestre 2020</vt:lpstr>
      <vt:lpstr>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Ndeye Ndiemé Dieng</cp:lastModifiedBy>
  <cp:revision>1</cp:revision>
  <dcterms:modified xsi:type="dcterms:W3CDTF">2025-12-12T11:13:44Z</dcterms:modified>
</cp:coreProperties>
</file>